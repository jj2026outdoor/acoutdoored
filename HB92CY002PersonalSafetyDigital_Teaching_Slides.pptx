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Personal Safety when Learning in the Outdoors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Unit HB92CY002 — CDN082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 1 — Risks &amp; Hazards</a:t>
            </a:r>
          </a:p>
          <a:p>
            <a:pPr>
              <a:defRPr sz="2000"/>
            </a:pPr>
            <a:r>
              <a:t>LO 2 — Health &amp; Safety</a:t>
            </a:r>
          </a:p>
          <a:p>
            <a:pPr>
              <a:defRPr sz="2000"/>
            </a:pPr>
            <a:r>
              <a:t>LO 3 — Emergencies</a:t>
            </a:r>
          </a:p>
          <a:p>
            <a:pPr>
              <a:defRPr sz="2000"/>
            </a:pPr>
            <a:r>
              <a:t>LO 4 — Equipment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 1 — Risks &amp;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In your own words, write a definition for each term.</a:t>
            </a:r>
          </a:p>
          <a:p>
            <a:pPr lvl="1">
              <a:defRPr sz="1600"/>
            </a:pPr>
            <a:r>
              <a:t>Define 'Hazard':</a:t>
            </a:r>
          </a:p>
          <a:p>
            <a:pPr lvl="1">
              <a:defRPr sz="1600"/>
            </a:pPr>
            <a:r>
              <a:t>Define 'Risk':</a:t>
            </a:r>
          </a:p>
          <a:p>
            <a:pPr>
              <a:defRPr sz="2000"/>
            </a:pPr>
            <a:r>
              <a:t>AC 1.2: Choose an outdoor activity and identify at least THREE hazards and THREE risks.</a:t>
            </a:r>
          </a:p>
          <a:p>
            <a:pPr>
              <a:defRPr sz="2000"/>
            </a:pPr>
            <a:r>
              <a:t>AC 1.3: For each hazard/risk above, describe what can be done to manage or reduce it.</a:t>
            </a:r>
          </a:p>
          <a:p>
            <a:pPr>
              <a:defRPr sz="2000"/>
            </a:pPr>
            <a:r>
              <a:t>AC 1.4: Provide your own personal judgements about managing risks in the outdoors.</a:t>
            </a:r>
          </a:p>
          <a:p>
            <a:pPr lvl="1">
              <a:defRPr sz="1600"/>
            </a:pPr>
            <a:r>
              <a:t>Describe an outdoor situation and a risk you personally noticed:</a:t>
            </a:r>
          </a:p>
          <a:p>
            <a:pPr lvl="1">
              <a:defRPr sz="1600"/>
            </a:pPr>
            <a:r>
              <a:t>What did you decide to do about that risk, and why?</a:t>
            </a:r>
          </a:p>
          <a:p>
            <a:pPr lvl="1">
              <a:defRPr sz="1600"/>
            </a:pPr>
            <a:r>
              <a:t>Looking back, would you do anything differently?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 2 — Health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Describe why it is important to follow health and safety instructions outdoors. Give at least TWO reasons.</a:t>
            </a:r>
          </a:p>
          <a:p>
            <a:pPr lvl="1">
              <a:defRPr sz="1600"/>
            </a:pPr>
            <a:r>
              <a:t>Reason 1:</a:t>
            </a:r>
          </a:p>
          <a:p>
            <a:pPr lvl="1">
              <a:defRPr sz="1600"/>
            </a:pPr>
            <a:r>
              <a:t>Reason 2:</a:t>
            </a:r>
          </a:p>
          <a:p>
            <a:pPr lvl="1">
              <a:defRPr sz="1600"/>
            </a:pPr>
            <a:r>
              <a:t>What could happen if someone does NOT follow H&amp;S instructions?</a:t>
            </a:r>
          </a:p>
          <a:p>
            <a:pPr>
              <a:defRPr sz="2000"/>
            </a:pPr>
            <a:r>
              <a:t>AC 2.2: Identify at least FOUR safety signs or symbols seen in outdoor environments.</a:t>
            </a:r>
          </a:p>
          <a:p>
            <a:pPr>
              <a:defRPr sz="2000"/>
            </a:pPr>
            <a:r>
              <a:t>AC 2.3: Choose ONE outdoor learning activity. Describe its health and safety instructions.</a:t>
            </a:r>
          </a:p>
          <a:p>
            <a:pPr lvl="1">
              <a:defRPr sz="1600"/>
            </a:pPr>
            <a:r>
              <a:t>H&amp;S instructions BEFORE the activity:</a:t>
            </a:r>
          </a:p>
          <a:p>
            <a:pPr lvl="1">
              <a:defRPr sz="1600"/>
            </a:pPr>
            <a:r>
              <a:t>H&amp;S instructions DURING the activity:</a:t>
            </a:r>
          </a:p>
          <a:p>
            <a:pPr lvl="1">
              <a:defRPr sz="1600"/>
            </a:pPr>
            <a:r>
              <a:t>H&amp;S instructions AFTER the activity: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 3 — Emergencies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Describe the processes that should be followed when an accident or emergency occurs during outdoor learning.</a:t>
            </a:r>
          </a:p>
          <a:p>
            <a:pPr lvl="1">
              <a:defRPr sz="1600"/>
            </a:pPr>
            <a:r>
              <a:t>What should you do IMMEDIATELY? (First steps):</a:t>
            </a:r>
          </a:p>
          <a:p>
            <a:pPr lvl="1">
              <a:defRPr sz="1600"/>
            </a:pPr>
            <a:r>
              <a:t>How do you get help? (Who to contact, what to say, what information to give):</a:t>
            </a:r>
          </a:p>
          <a:p>
            <a:pPr lvl="1">
              <a:defRPr sz="1600"/>
            </a:pPr>
            <a:r>
              <a:t>What happens AFTER the emergency? (Reporting, debrief, support):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 4 —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4.1: Choose ONE outdoor activity. Identify the safety clothing and equipment required. Include at least TWO clothing items and TWO equipment items.</a:t>
            </a:r>
          </a:p>
          <a:p>
            <a:pPr>
              <a:defRPr sz="2000"/>
            </a:pPr>
            <a:r>
              <a:t>AC 4.2: Describe how you used ONE piece of safety equipment according to the instructions you were given.</a:t>
            </a:r>
          </a:p>
          <a:p>
            <a:pPr lvl="1">
              <a:defRPr sz="1600"/>
            </a:pPr>
            <a:r>
              <a:t>Describe the instructions you were given for using it:</a:t>
            </a:r>
          </a:p>
          <a:p>
            <a:pPr lvl="1">
              <a:defRPr sz="1600"/>
            </a:pPr>
            <a:r>
              <a:t>Explain why following these instructions correctly is important: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Hazard: Anything with the potential to cause harm to a person.</a:t>
            </a:r>
          </a:p>
          <a:p>
            <a:pPr>
              <a:defRPr sz="2000"/>
            </a:pPr>
            <a:r>
              <a:t>Risk: The likelihood and severity of harm occurring from a hazard.</a:t>
            </a:r>
          </a:p>
          <a:p>
            <a:pPr>
              <a:defRPr sz="2000"/>
            </a:pPr>
            <a:r>
              <a:t>Control measure: An action or precaution taken to reduce or eliminate a risk.</a:t>
            </a:r>
          </a:p>
          <a:p>
            <a:pPr>
              <a:defRPr sz="2000"/>
            </a:pPr>
            <a:r>
              <a:t>Dynamic risk assessment: A continuous, on-the-spot reassessment of risk throughout an activity.</a:t>
            </a:r>
          </a:p>
          <a:p>
            <a:pPr>
              <a:defRPr sz="2000"/>
            </a:pPr>
            <a:r>
              <a:t>PPE: Personal Protective Equipment — clothing or equipment worn to protect from harm.</a:t>
            </a:r>
          </a:p>
          <a:p>
            <a:pPr>
              <a:defRPr sz="2000"/>
            </a:pPr>
            <a:r>
              <a:t>RIDDOR: Reporting of Injuries, Diseases and Dangerous Occurrences Regulations 2013.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Buoyancy aid: A flotation device worn during water activities to help keep a person afloat.</a:t>
            </a:r>
          </a:p>
          <a:p>
            <a:pPr>
              <a:defRPr sz="2000"/>
            </a:pPr>
            <a:r>
              <a:t>Layering system: Wearing base, mid, and outer layers to regulate body temperature outdoors.</a:t>
            </a:r>
          </a:p>
          <a:p>
            <a:pPr>
              <a:defRPr sz="2000"/>
            </a:pPr>
            <a:r>
              <a:t>Prohibition sign: A red-circle sign telling you something you must NOT do.</a:t>
            </a:r>
          </a:p>
          <a:p>
            <a:pPr>
              <a:defRPr sz="2000"/>
            </a:pPr>
            <a:r>
              <a:t>Warning sign: A yellow triangle alerting you to a potential danger.</a:t>
            </a:r>
          </a:p>
          <a:p>
            <a:pPr>
              <a:defRPr sz="2000"/>
            </a:pPr>
            <a:r>
              <a:t>Mandatory sign: A blue circle sign telling you something you MUST do.</a:t>
            </a:r>
          </a:p>
          <a:p>
            <a:pPr>
              <a:defRPr sz="2000"/>
            </a:pPr>
            <a:r>
              <a:t>Near miss: An event that did not cause harm but had the potential to do so — must be reported.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Emergency procedure: A set of planned steps followed when an accident or critical incident occurs.</a:t>
            </a:r>
          </a:p>
          <a:p>
            <a:pPr>
              <a:defRPr sz="2000"/>
            </a:pPr>
            <a:r>
              <a:t>Incident log: A written record of any accident, injury, or near miss.</a:t>
            </a:r>
          </a:p>
          <a:p>
            <a:pPr>
              <a:defRPr sz="2000"/>
            </a:pPr>
            <a:r>
              <a:t>AALA: Adventure Activities Licensing Authority — licenses outdoor activity providers in the UK.</a:t>
            </a:r>
          </a:p>
          <a:p>
            <a:pPr>
              <a:defRPr sz="2000"/>
            </a:pPr>
            <a:r>
              <a:t>Environmental hazard: A danger arising from natural conditions such as weather, terrain, or water.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