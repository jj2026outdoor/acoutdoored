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9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BTEC LEVEL 1 INTRODUCTORY  ·  PUBLIC SERVICES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423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PS11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971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Your Community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Guided Learning Hours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E4A80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83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3035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about a volunteering organisation and how its activities have a positive impact on the community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48463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E4A8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49834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53035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a volunteering activity that contributes to your community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learning aims, nine assessment criteria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2704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 — Researching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83280" y="15270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select from given sources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5270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A.M1 outline impact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152704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A.D1 own + given sources, describe impact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94436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 — Producing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3280" y="29443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A.P2 produce information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29443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A.M2 produce clear info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61120" y="29443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A.D2 produce detailed info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8EEF7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61688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B — Volunteering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436168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B.P3 take part, some commitment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36168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B.M3 positive &amp; helpful attitude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0" y="43616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B.D3 effective, commitment &amp; responsibility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Your Community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6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384048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0" y="29260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About a Volunteering Organisation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40480" y="3977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A.P1  ·  A.P2  ·  A.M1  ·  A.M2  ·  A.D1  ·  A.D2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274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692640" y="274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Volunteers Matter to the Public Services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volunteer gives their time to help others or an organisation — without being paid.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RNLI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0" y="16916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lifeboats and raise money to save lives at sea — most crew are unpaid volunteers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8EEF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7432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Rescue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0" y="274320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and rescue people lost or injured in the mountains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70332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8EEF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7947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college governors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0" y="379476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run schools and colleges, giving their time for free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75488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8EEF7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8463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John Ambulance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657600" y="484632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first aid cover at events, run by trained volunteers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861304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 helps the community and helps the volunteer gain new skills and experience.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1 — Volunteering and the Public Services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274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692640" y="274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A.P1 · A.M1 · A.D1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Community Volunteering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type has a positive impact on the community — you must show HOW, not just WHAT.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28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support or care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bank, befriending, disability charity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9776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disadvantaged people, improves wellbeing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43400" y="16002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E8EEF7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828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cohesion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club, music club, sports team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3703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0" y="39776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people together, sense of belonging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0" y="160020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1828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66760" y="26060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66760" y="2880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shop, community centre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66760" y="3703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66760" y="39776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services running, supports good causes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2 — Types of Community Volunteering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274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692640" y="274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A.P2 · A.M2 · A.D2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You and Skills You Need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the individual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improved skills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your community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and giving back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of public-service work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0972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8EEF7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needed to volunteer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skills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2240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Commitment, discipline, self-management, time management, punctuality, reliability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 skills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3383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Teamwork, respect, helping others, taking part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4160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skills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4652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Driving, cooking, computer use, sign language, physical fitness (for some roles)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3 — Benefits to You and Skills You Need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274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692640" y="274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A.P2 · A.M2 · A.D2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and Presenting Information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out about volunteering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Volunteering organisations themselves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and blogs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community centres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authorities (the council)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383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Noticeboards in public places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0972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8EEF7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information for Task A is: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1874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easy to understand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423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out in a sensible order with headings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2971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language that suits your audience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3520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— based on the sources you used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4 — Finding Out and Presenting Information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65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3840480" y="2377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Aim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0" y="29260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a Volunteering Activity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40480" y="39776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B.P3  ·  B.M3  ·  B.D3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274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C8A951"/>
          </a:solidFill>
          <a:ln/>
        </p:spPr>
      </p:sp>
      <p:sp>
        <p:nvSpPr>
          <p:cNvPr id="4" name="Text 1"/>
          <p:cNvSpPr/>
          <p:nvPr/>
        </p:nvSpPr>
        <p:spPr>
          <a:xfrm>
            <a:off x="9692640" y="274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B.P3 · B.M3 · B.D3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32004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Part in a Volunteering Activity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you behave is just as important as the task itself.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8A9AA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1848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(B.P3)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08960" y="161848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 in a volunteering activity, showing some commitment. You may rely on others for direction.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3E6BA8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85292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(B.M3)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108960" y="285292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 showing a positive and helpful attitude — be reliable and manage your own time.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22952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08736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Distinction (B.D3)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108960" y="408736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effectively, showing commitment and responsibility for others — support others and take ownership.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0FDF4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2852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needed:  </a:t>
            </a:r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log AND a signed witness statement from your tutor or supervisor.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Hub 5 — Taking Part in a Volunteering Activity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28600"/>
            <a:ext cx="7772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2004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60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time to help without being paid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63640" y="1161288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1612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organisation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75320" y="1161288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Group/charity organising unpaid work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or helpful effect on people/community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947672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9476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cohesion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75320" y="1947672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backgrounds getting on well together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Fund-raising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money to support a cause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2734056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273405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75320" y="2734056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up reliably and trying your best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60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can depend on you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3520440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F7F9FC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352044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Self-management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75320" y="3520440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yourself without being told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statement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record confirming your contribution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63640" y="4306824"/>
            <a:ext cx="5440680" cy="676656"/>
          </a:xfrm>
          <a:prstGeom prst="roundRect">
            <a:avLst>
              <a:gd name="adj" fmla="val 6757"/>
            </a:avLst>
          </a:prstGeom>
          <a:solidFill>
            <a:srgbClr val="E8EEF7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430682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log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75320" y="4306824"/>
            <a:ext cx="3291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 sources used and info found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72400" y="6537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Summary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PS11ContributingDigital.html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Learning Aim A and Learning Aim B, record your evidence, and submit for assessment.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2026-07-25T06:57:08Z</dcterms:created>
  <dcterms:modified xsi:type="dcterms:W3CDTF">2026-07-25T06:57:08Z</dcterms:modified>
</cp:coreProperties>
</file>