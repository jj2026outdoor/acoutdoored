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5720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02920"/>
            <a:ext cx="118872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AF42CY008 · Agored Cymru Level 2 · 3 Credits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822960" y="4114800"/>
            <a:ext cx="2377440" cy="12801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296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Teams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474720" y="4114800"/>
            <a:ext cx="2377440" cy="12801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7472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474720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4114800"/>
            <a:ext cx="2377440" cy="12801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1264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126480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Co-operatively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778240" y="4114800"/>
            <a:ext cx="2377440" cy="128016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77824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778240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10881360" cy="9601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731520" y="14630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920240" y="14630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helps teams to work effectively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235440" y="14630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1.1, 1.2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468880"/>
            <a:ext cx="10881360" cy="9601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" y="25603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920240" y="256032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plan to work in a team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235440" y="2560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2.1-2.5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10881360" cy="9601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31520" y="36576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920240" y="36576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work co-operatively with others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235440" y="3657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3.1-3.7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663440"/>
            <a:ext cx="10881360" cy="9601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31520" y="47548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920240" y="47548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review the work of the team and own contribution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9235440" y="4754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4.1-4.3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open — evidence can come from written answers, photos, or audio recordings, based on a real team project you choose in LO2.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Text 19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helps teams to work effectively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1.1, 1.2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of Team Development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28016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280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00400" y="12801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comes together — polite, a little uncertain, working out roles.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24028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200400" y="22402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surface as working styles differ — uncomfortable, but normal.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2004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200400" y="32004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settles into agreed ways of working.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160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200400" y="41605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works at its most effective, trusting each other's competence.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512064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77240" y="51206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Adjourning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200400" y="51206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ends and the team disbands.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Text 19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1.1-1.2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Team Effective?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shared objectives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51960" y="13716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25196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ground rules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55280" y="13716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95528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&amp; responsibilities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7432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48640" y="2743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communication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51960" y="27432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51960" y="2743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constructive feedback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955280" y="2743200"/>
            <a:ext cx="352044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955280" y="2743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accountability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" y="4297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AC 1.2: one person's behaviour can genuinely make or break a team's ability to hit its objectives — good and bad.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1" name="Text 17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plan to work in a team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2.1, 2.2, 2.3, 2.4, 2.5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2.1-2.5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Checklist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28016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2801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(2.1)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0" y="128016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team trying to achieve?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24028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2402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 (2.2)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0" y="224028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the team behave and communicate?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2004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resources, timescales (2.3)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0" y="320040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doing, with what, and by when?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1605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&amp; responsibilities (2.4)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0" y="416052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doing what?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5120640"/>
            <a:ext cx="10881360" cy="86868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77240" y="51206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Arrangements (2.5)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29200" y="512064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Who/where/when, health &amp; safety, who to ask for help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Text 19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work co-operatively with others to achieve team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3.1-3.7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3.1-3.7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Co-operatively — 7 Things to Show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2606040" cy="12801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&amp; work safely (3.1)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337560" y="1371600"/>
            <a:ext cx="2606040" cy="12801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42900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resources &amp; support (3.2)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371600"/>
            <a:ext cx="2606040" cy="12801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1792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work to deadlines (3.3)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915400" y="1371600"/>
            <a:ext cx="2606040" cy="12801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06840" y="13716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required quality (3.4)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2834640"/>
            <a:ext cx="2606040" cy="12801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" y="28346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resolve disagreements (3.5)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337560" y="2834640"/>
            <a:ext cx="2606040" cy="12801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429000" y="28346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progress (3.6)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26480" y="2834640"/>
            <a:ext cx="2606040" cy="12801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217920" y="28346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advice, support others (3.7)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2" name="Text 18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review the work of the team and own contribution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4.1, 4.2, 4.3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4.1-4.3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the Team and Yourself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/ less well? (4.1)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1874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rules, working relationships, whether objectives were met.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834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help? (4.2)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32461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personal contribution to the team's success.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4206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improve? (4.3)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46177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your interpersonal skills, for next time.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working towards a shared goal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25196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434340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4340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standards of behaviour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4672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first comes together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surface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434340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34340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ways of working settle in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95528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04672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at its most effective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Adjourning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ends, team disbands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25196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7" name="Text 23"/>
          <p:cNvSpPr/>
          <p:nvPr/>
        </p:nvSpPr>
        <p:spPr>
          <a:xfrm>
            <a:off x="434340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 skills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34340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for communicating with others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95528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6"/>
          <p:cNvSpPr/>
          <p:nvPr/>
        </p:nvSpPr>
        <p:spPr>
          <a:xfrm>
            <a:off x="804672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feedback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4672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Supportive, specific, changeable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48640" y="3657600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3703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0080" y="4005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affected by the team's work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822960" cy="822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94360"/>
            <a:ext cx="105156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choose your team project and begin.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AF42CY008TeamWorkingDigital.html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2026-07-23T10:15:26Z</dcterms:created>
  <dcterms:modified xsi:type="dcterms:W3CDTF">2026-07-23T10:15:26Z</dcterms:modified>
</cp:coreProperties>
</file>