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5.xml"/><Relationship Id="rId2" Type="http://schemas.openxmlformats.org/officeDocument/2006/relationships/slide" Target="slide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6.xml"/><Relationship Id="rId2" Type="http://schemas.openxmlformats.org/officeDocument/2006/relationships/slide" Target="slide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A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188720"/>
            <a:ext cx="914400" cy="91440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5" name="Image 0" descr="/home/claude/wb/ppt-kit/icons/file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298448"/>
            <a:ext cx="694944" cy="6949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3317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AGORED CYMRU  ·  WORK RELATED EDUCATION  ·  LEVEL TWO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432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Applying for a Job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977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HC62CY008  ·  CDC231  ·  2 Credits  ·  16 hours GLH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learn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8F1F3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78308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how to locate job opportunities and why applications need tailoring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8346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283464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out the activities involved in applying for a job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8F1F3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38862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388620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for, take part in, and learn from an interview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for a Job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A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and Tailoring Applications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86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find job opportunities, what documents you might need, and why tailoring matters.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937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AC 1.1–1.3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for a Job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1.2 — QUICK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each document to its purpose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E8F1F3"/>
          </a:solidFill>
          <a:ln w="12700">
            <a:solidFill>
              <a:srgbClr val="3E7A8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Categories:  Application form   ·   CV   ·   Covering letter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form the employer provides for you to fill in with your details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72200" y="265176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summary of your education, skills and experience that you put together yourself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5468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short letter explaining why you're applying and what you can offer</a:t>
            </a:r>
            <a:endParaRPr lang="en-US" sz="1200" dirty="0"/>
          </a:p>
        </p:txBody>
      </p:sp>
      <p:sp>
        <p:nvSpPr>
          <p:cNvPr id="9" name="Shape 7">
            <a:hlinkClick r:id="rId1" tooltip="" action="ppaction://hlinksldjump"/>
          </p:cNvPr>
          <p:cNvSpPr/>
          <p:nvPr/>
        </p:nvSpPr>
        <p:spPr>
          <a:xfrm>
            <a:off x="4539996" y="5897880"/>
            <a:ext cx="3108960" cy="502920"/>
          </a:xfrm>
          <a:prstGeom prst="roundRect">
            <a:avLst>
              <a:gd name="adj" fmla="val 50000"/>
            </a:avLst>
          </a:prstGeom>
          <a:solidFill>
            <a:srgbClr val="3E7A8C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>
            <a:hlinkClick r:id="rId2" tooltip="" action="ppaction://hlinksldjump"/>
          </p:cNvPr>
          <p:cNvSpPr txBox="1"/>
          <p:nvPr/>
        </p:nvSpPr>
        <p:spPr>
          <a:xfrm>
            <a:off x="4539996" y="58978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answers  →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for a Job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1.2 — QUICK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each document to its purpose — Answers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 the employer provides for you to fill in with your details  </a:t>
            </a:r>
            <a:pPr indent="0" marL="0">
              <a:buNone/>
            </a:pPr>
            <a:r>
              <a:rPr lang="en-US" sz="12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Application form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172200" y="1783080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summary of your education, skills and experience that you put together yourself  </a:t>
            </a:r>
            <a:pPr indent="0" marL="0">
              <a:buNone/>
            </a:pPr>
            <a:r>
              <a:rPr lang="en-US" sz="12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CV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50008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letter explaining why you're applying and what you can offer  </a:t>
            </a:r>
            <a:pPr indent="0" marL="0">
              <a:buNone/>
            </a:pPr>
            <a:r>
              <a:rPr lang="en-US" sz="12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Covering letter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05409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8E6"/>
          </a:solidFill>
          <a:ln w="12700">
            <a:solidFill>
              <a:srgbClr val="E8A3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3054096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same idea as AC1.2 in your digital workbook — identify at least three documents used in job applications.</a:t>
            </a:r>
            <a:endParaRPr lang="en-US" sz="1150" dirty="0"/>
          </a:p>
        </p:txBody>
      </p:sp>
      <p:sp>
        <p:nvSpPr>
          <p:cNvPr id="9" name="Shape 7">
            <a:hlinkClick r:id="rId1" tooltip="" action="ppaction://hlinksldjump"/>
          </p:cNvPr>
          <p:cNvSpPr/>
          <p:nvPr/>
        </p:nvSpPr>
        <p:spPr>
          <a:xfrm>
            <a:off x="4905756" y="598932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3E7A8C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>
            <a:hlinkClick r:id="rId2" tooltip="" action="ppaction://hlinksldjump"/>
          </p:cNvPr>
          <p:cNvSpPr txBox="1"/>
          <p:nvPr/>
        </p:nvSpPr>
        <p:spPr>
          <a:xfrm>
            <a:off x="4905756" y="5989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Continue  →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for a Job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A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Carrying Out a Job Application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86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job, planning your application, completing it, and checking it over.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937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AC 2.1–2.4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for a Job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2.1–2.4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Job Choice to Submission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8F1F3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47672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6" name="Image 0" descr="/home/claude/wb/ppt-kit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089" y="2018081"/>
            <a:ext cx="362102" cy="3621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920240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job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240280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 job you'd like to apply for and its key requirements.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7889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7F7F5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2953512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11" name="Image 1" descr="/home/claude/wb/ppt-kit/icons/clip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089" y="3023921"/>
            <a:ext cx="362102" cy="3621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2926080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your application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1554480" y="3246120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on an appropriate format and what relevant information to include.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8F1F3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3959352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16" name="Image 2" descr="/home/claude/wb/ppt-kit/icons/ed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089" y="4029761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3931920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it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4251960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your plan and complete the application.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8006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7F7F5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4965192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21" name="Image 3" descr="/home/claude/wb/ppt-kit/icons/checkSquar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089" y="5035601"/>
            <a:ext cx="362102" cy="3621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54480" y="4937760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it over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1554480" y="5257800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accuracy of your completed documents and amend anything needed.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for a Job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A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Preparing for and Learning From an Interview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86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Preparation, presenting yourself well, asking questions, and reflecting afterwards.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937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AC 3.1–3.5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for a Job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3.1–3.5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Interview Cycle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8F1F3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47672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6" name="Image 0" descr="/home/claude/wb/ppt-kit/icons/message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089" y="2018081"/>
            <a:ext cx="362102" cy="3621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920240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240280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through likely questions and answers, your relevant experience, and questions to ask them.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7889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7F7F5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2953512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11" name="Image 1" descr="/home/claude/wb/ppt-kit/icons/user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089" y="3023921"/>
            <a:ext cx="362102" cy="3621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2926080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yourself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1554480" y="3246120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to questions with relevant information, using appropriate language.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8F1F3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3959352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16" name="Image 2" descr="/home/claude/wb/ppt-kit/icons/hel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089" y="4029761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3931920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4251960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 own questions at the appropriate moment.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8006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7F7F5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4965192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21" name="Image 3" descr="/home/claude/wb/ppt-kit/icons/refres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089" y="5035601"/>
            <a:ext cx="362102" cy="3621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54480" y="4937760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and improve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1554480" y="5257800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feedback to assess your performance and say what you'd do differently.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for a Job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A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5" name="Image 0" descr="/home/claude/wb/ppt-kit/icons/a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715" y="921715"/>
            <a:ext cx="625450" cy="6254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RECAP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1188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now know…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822960" y="210312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3E7A8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21031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828800" y="210312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find job opportunities and why applications need tailoring.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22960" y="288036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3E7A8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" y="28803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828800" y="288036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plan, complete and check a job application.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822960" y="365760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3E7A8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2960" y="36576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LO3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828800" y="365760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prepare for, take part in, and learn from an interview.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822960" y="4251960"/>
            <a:ext cx="10515600" cy="1005840"/>
          </a:xfrm>
          <a:prstGeom prst="roundRect">
            <a:avLst>
              <a:gd name="adj" fmla="val 7273"/>
            </a:avLst>
          </a:prstGeom>
          <a:solidFill>
            <a:srgbClr val="163C46"/>
          </a:solidFill>
          <a:ln w="12700">
            <a:solidFill>
              <a:srgbClr val="3E7A8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1097280" y="42519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 ·  Open your digital workbook to complete the Learning Outcome activities for HC62CY008.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2026-09-26T17:11:42Z</dcterms:created>
  <dcterms:modified xsi:type="dcterms:W3CDTF">2026-09-26T17:11:42Z</dcterms:modified>
</cp:coreProperties>
</file>