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52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LEVEL 2  ·  LEARNING IN THE OUTDOORS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MH32CY007  ·  3 Credits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11338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 Land-based Activity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Biking  ·  Hill Walking  ·  Trail Running  ·  Orienteering  ·  Rock Climbing  ·  Scrambling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own specific land-based activity in LO2 — mountain biking, hill walking, trail running, orienteering, or another.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8F5EE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0876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011680" y="150876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 range of land-based activities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0" y="15087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8F5E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28600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011680" y="228600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requirements of a land-based activity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0" y="22860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2.1 - 2.4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8F5EE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06324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011680" y="306324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prepare for participation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0" y="30632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3.1, 3.2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84048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8F5EE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84048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011680" y="384048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participate in a land-based activity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0" y="38404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8F5EE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61772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011680" y="461772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maintain equipment used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0" y="46177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39496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8F5EE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539496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011680" y="539496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assess own participation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0" y="53949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MH32CY007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 Land-based Activity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274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0" y="274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Land-based Activity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26187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Biking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0" y="126187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Riding off-road on trails, tracks or purpose-built centres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13055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Walking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0" y="213055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on hills and mountains, usually with a planned route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99923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Running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74720" y="299923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off-road on natural terrain — paths, tracks, hills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79476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86791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Orienteering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74720" y="386791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between marked control points on a map, against the clock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66344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73659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Climbing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74720" y="473659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Climbing natural rock or an artificial wall, usually roped for protection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560527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474720" y="560527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between hillwalking and climbing — hands-on-rock but not roped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MH32CY007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— Types of Land-based Activity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274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0" y="274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Essentials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38988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 system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0" y="138988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Base, mid and outer layers manage temperature and moisture — never cotton next to skin.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57860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terrain check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840480" y="257860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setting out — be ready to change plans or turn back.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76732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840480" y="376732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and compass carried and understood, even when using GPS or a phone app.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9560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management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40480" y="495604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set by the slowest or least experienced member, with a clear exit route planned.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MH32CY007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— Requirements of a Land-based Activity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274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0" y="274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 · 2.3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Equipment &amp; Assessing Yourself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(biking/climbing)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648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footwear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Weatherproof clothing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0" y="1691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compass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194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torch / spare layers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0" y="2194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kit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0FDF4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 — Self-assess honestly:  </a:t>
            </a:r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own current ability to the skills your chosen activity actually requires. This isn't about being perfect — it's about knowing where you are before you start.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— Requirements of a Land-based Activity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52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840480" y="26517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Prepare for Participation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0" y="36118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3.1, AC 3.2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274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0" y="274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· 3.2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‘Preparing’ Actually Means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is checkable — your assessor is looking for evidence you did these, not just that you own the kit.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61848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readiness (3.1)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23360" y="161848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fitness and skill level genuinely match the activity you chose in LO2 — not the activity you wish you were ready for.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80720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check (3.1)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23360" y="280720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from your kit list is present, in good condition, and correctly fitted before you leave — not assumed.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99592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conditions (3.1)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23360" y="399592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 checked on the day; route or venue confirmed; any access permissions or bookings arranged in advance.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51846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planning (3.2)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023360" y="518464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your exit route, who to contact if something goes wrong, and what you'll do if weather or conditions change.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MH32CY007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 — Preparing for Participation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274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0" y="274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 · practical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Trail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 practical demonstration during your activity.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57276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of skills and techniques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06240" y="1572768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appropriate to your specific activity and ability level.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76148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equipment and resources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206240" y="2761488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and used exactly as prepared in LO3.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9502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checks appropriate to the activity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206240" y="3950208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out before and during participation, not just planned on paper.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 — Participate in the Activity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Activity: Maintain &amp; Reflect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8F5EE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 — Maintain Equipment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off mud or grit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fully before storing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damage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correctly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1887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8F5EE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LO6 — Assess Own Participation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3796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37960" y="2377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challenging?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3796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prepare differently?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LO5-6 — Maintenance and Self-Assessment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— Key Terms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61288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1612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 system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560320" y="11612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temperature and moisture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63640" y="1161288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1612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Hypothermia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75320" y="11612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drop in body temperature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47672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94767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0" y="194767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map and compass to find your way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947672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194767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assessment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75320" y="194767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ground conditions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734056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73405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management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60320" y="273405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set by the least experienced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3640" y="2734056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273405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route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75320" y="273405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route off the hill if needed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52044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60320" y="352044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hillwalking and climbing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63640" y="3520440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352044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Orienteering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75320" y="352044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sport against the clock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4306824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430682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plan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560320" y="430682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 if plans need to change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63640" y="4306824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F5EE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0" y="430682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75320" y="430682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judging your own ability level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5" name="Text 32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MH32CY007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Summary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52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108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MH32CY007LandActivityDigital.html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activity and begin.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2026-07-26T22:11:06Z</dcterms:created>
  <dcterms:modified xsi:type="dcterms:W3CDTF">2026-07-26T22:11:06Z</dcterms:modified>
</cp:coreProperties>
</file>