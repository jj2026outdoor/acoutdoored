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WORK RELATED EDUCATION  ·  LEVEL TWO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Developing Personal Confidence and Self Awareness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HB12CY060  ·  CDC224  ·  3 Credits  ·  26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personal confidence and self awareness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emotions affect behaviour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6118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ways to manage stress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526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5262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 improve self awareness and confidence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and Self Awareness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terms mean, and why they matter for you.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1.1–1.4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1.1–1.4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Yourself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personal confidence, and what is self awareness?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belief in your own abilities. Self awareness is understanding your own character, feelings and motives.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affect your own life — relationships, learning, and work.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Emotions and Behaviour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emotions can affect the way you behave, and ways of managing them.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2.1–2.3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2.1–2.3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Feelings Shape 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363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emotion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5856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you can experience, such as anger, anxiety, excitement or happiness.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8792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9008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behaviour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31012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given emotion can affect the way you behave towards others or a task.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139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04164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emotions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36168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of managing an emotion so it doesn't take over your behaviour.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Stress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stress is, what causes it, and techniques to manage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3.3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technique to what it does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Deep breathing   ·   Physical activity   ·   Talking to someone   ·   Time management   ·   Relaxation / mindfulness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Slows your heart rate and helps you feel calmer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Releases tension and boosts your mood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Helps you feel supported and see things differently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the feeling of being overwhelmed by tasks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Helps you focus on the present moment</a:t>
            </a:r>
            <a:endParaRPr lang="en-US" sz="120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3.3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technique to what it does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your heart rate and helps you feel calmer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 breathing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tension and boosts your mood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Physical activity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feel supported and see things differently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Talking to someone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feeling of being overwhelmed by tasks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 management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focus on the present moment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Relaxation / mindfulness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621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idea as AC3.3 in your digital workbook — identify at least three techniques for managing stress.</a:t>
            </a:r>
            <a:endParaRPr lang="en-US" sz="115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Self Awareness and Confidence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build your own confidence and self awareness, and planning your own improvement.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4.1–4.4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4.1–4.4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What You Know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improve self awareness and confidence (at least three)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Asking for feedback, trying new challenges, reflecting on achievements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own improvement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out how you will put these into practice for yourself.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Personal Confidence and Self Awareness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personal confidence and self awareness mean.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LO2-3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emotions affect behaviour, and techniques for managing stress.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and plan your own improvement.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HB12CY060.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2026-09-26T17:16:17Z</dcterms:created>
  <dcterms:modified xsi:type="dcterms:W3CDTF">2026-09-26T17:16:17Z</dcterms:modified>
</cp:coreProperties>
</file>