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74320"/>
            <a:ext cx="685800" cy="4754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4320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2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HB92CY003  ·  CDN087  ·  1 Credit  ·  7 hours GLH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3200400"/>
            <a:ext cx="388620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36576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ecology of a geographical area (AC 1.1, 1.2)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0" y="3200400"/>
            <a:ext cx="3886200" cy="155448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70916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36576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sustainable use of natural resources (AC 2.1, 2.2, 2.3)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841248"/>
            <a:ext cx="8229600" cy="169164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94360" y="12984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ecology of a geographical area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94360" y="170992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Describe the ecology of a specific geographical area.  AC 1.2 Identify at least TWO different species found in that area, including their type and ecological role.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2624328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94360" y="3081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sustainable use of natural resources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4360" y="349300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Describe at least TWO positive impacts of using natural resources.  AC 2.2 Describe at least TWO negative impacts.  AC 2.3 Describe at least TWO ways to minimise those negative impacts.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ecology of a geographical area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AC 1.2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Ecology?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Ecology is the scientific study of the relationships between living organisms and their environment.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ecosystem includes living organisms (biotic factors) and non-living elements (abiotic factors — sunlight, temperature, water, soil).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range from small rock pools to entire rainforests — and they are all interconnected.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Habitats are the natural homes of organisms: upland moorland, woodland, sand dunes, rivers, peatland.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Ecological Concepts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chain: Producer → Primary Consumer → Secondary Consumer → Apex Predator.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= the variety of species in an ecosystem. Higher biodiversity = a more resilient ecosystem.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capacity = the maximum population a habitat can sustainably support.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are interdependent — a change to one species can affect the whole food chain.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Ecosystems — Key Examples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 &amp; Woodland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 (Snowdonia, Brecon Beacons): red kite, peregrine falcon, mountain hare, heather, bilberry.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Woodland (Coed y Brenin, Wye Valley): sessile oak, bluebells, dormouse, wood warbler, otter.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&amp; Wetland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(Pembrokeshire, Gower): grey seal, guillemot, puffin, marram grass, thrift.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Wetland/Peatland (Cors Caron): sphagnum moss, sundew, curlew, water vole.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Ecology and Outdoor Education in Wales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/ AC 1.2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(Natural Resources Wales) manages Wales’s natural environment and provides guidance on responsible land use.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visiting natural areas for outdoor education, we observe habitats and species without disturbing them.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biking on trails like Coed y Brenin passes through managed woodland — riders stay on designated trails to protect root systems and ground-nesting birds.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choose a real area you have visited and identify at least TWO species, their type, and their role in the ecosystem.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sustainable use of natural resources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2.1, AC 2.2, AC 2.3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Natural Resources?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found in the natural environment that humans use for energy, construction, food, or recreation.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timber, freshwater, soil, minerals, peat, wind and solar energy.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Wales: forestry (Sitka spruce, Douglas fir), water (dams, rivers for kayaking), land (farming, walking), coastal resources (fishing, tourism).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Impacts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/ 2.2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benefits — forestry, farming, mining and tourism provide jobs and income.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production — hydroelectric dams and wind turbines generate renewable electricity.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 and health — outdoor education, mountain biking, walking, wellbeing.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 — farmland and fishing sustain local and national food supply.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46320" y="16002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— destroys habitats, increases erosion, releases stored carbon.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— heavy footfall on popular trails (e.g. Pen y Fan) damages paths and habitats.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pollution — runoff from farms and industry contaminates rivers and lakes.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biodiversity and disturbance from noise/light pollution.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— Minimising Impact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2"/>
          <p:cNvSpPr/>
          <p:nvPr/>
        </p:nvSpPr>
        <p:spPr>
          <a:xfrm>
            <a:off x="7178040" y="566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2.3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 — know the rules and regulations for the area you are visiting.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to marked trails — avoid creating new paths that erode vegetation and soil.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of waste properly — carry out all litter; use designated toilets if available.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what you find — do not pick plants, disturb nests, or remove rocks.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wildlife — observe from a distance, especially during breeding seasons.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considerate of other visitors — keep noise low in sensitive habitats.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Management in Wales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manages forests sustainably using selective felling and replanting programmes.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designations: SSSIs (Sites of Special Scientific Interest), NNRs (National Nature Reserves), AONBs (Areas of Outstanding Natural Beauty).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Wellbeing of Future Generations Act (Wales 2015) commits Wales to sustainable development for future generations.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for each negative impact you identified, describe a specific way it could be minimised.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"/>
            <a:ext cx="566928" cy="39319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109728"/>
            <a:ext cx="77724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Key Terms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841248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566928" y="8869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6928" y="1133856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relationships between living organisms and their environment.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09160" y="841248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4818888" y="8869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18888" y="1133856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of organisms interacting with their non-living environment.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627632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566928" y="16733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6928" y="192024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variety of plant and animal life in a habitat or on Earth.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627632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4818888" y="16733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18888" y="192024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home or environment of an organism.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2414016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" y="245973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" y="270662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organisms, each feeding on the one before it.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09160" y="2414016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245973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18888" y="270662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current needs without compromising future generations.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200400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4" name="Text 20"/>
          <p:cNvSpPr/>
          <p:nvPr/>
        </p:nvSpPr>
        <p:spPr>
          <a:xfrm>
            <a:off x="566928" y="32461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66928" y="34930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occurring in nature used for economic gain.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09160" y="3200400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4818888" y="32461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18888" y="349300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of outdoor ethics to minimise environmental impact.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566928" y="40325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66928" y="427939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 Wales — manages Wales’s natural environment.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09160" y="3986784"/>
            <a:ext cx="4114800" cy="713232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4818888" y="40325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18888" y="4279392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gradual wearing away of land or soil by wind, water or human activity.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Use of Natural Resources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complete the Learning Outcome activities and formal Assessment Tasks.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HB92CY003 — Sustainable Use of Natural Resources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74320"/>
            <a:ext cx="685800" cy="4754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4320"/>
            <a:ext cx="777240" cy="39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HB92CY003 Sustainable Use of Natural Resources</dc:title>
  <dc:subject>PptxGenJS Presentation</dc:subject>
  <dc:creator>Jonathan Jones</dc:creator>
  <cp:lastModifiedBy>Jonathan Jones</cp:lastModifiedBy>
  <cp:revision>1</cp:revision>
  <dcterms:created xsi:type="dcterms:W3CDTF">2026-06-13T11:11:04Z</dcterms:created>
  <dcterms:modified xsi:type="dcterms:W3CDTF">2026-06-13T11:11:04Z</dcterms:modified>
</cp:coreProperties>
</file>