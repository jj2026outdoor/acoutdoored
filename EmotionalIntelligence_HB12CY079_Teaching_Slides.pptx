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TWO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Intelligence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HB12CY079  ·  CDN387  ·  2 Credits  ·  10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Know about emotions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550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Understand emotional intelligence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11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Effects of high EI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80760" y="32461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5080" y="3611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Own personal EI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 Improving EI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076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5508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 Development plan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 and Emotional Intelligence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emotions are, how they affect behaviour, and what emotional intelligence actually means.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1.1–1.3, 2.1, 2.2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1.1–1.3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 and Behaviour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emotion is a strong feeling arising from your circumstances, mood or relationships with others. Emotions directly affect behaviour — for example, someone who feels anxious might avoid a situation altogether, while someone who feels confident might take it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52928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74336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65776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7184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78624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00032" y="356616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491472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component of EI to its meaning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Self-awareness   ·   Self-regulation   ·   Motivation   ·   Empathy   ·   Social skills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Recognising your own emotions and how they affect your thoughts and behaviour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Being able to control or redirect disruptive emotions and impulses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Being driven to achieve goals for their own sake, not just for reward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Understanding and sharing how someone else is feeling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Managing relationships and building rapport with others</a:t>
            </a:r>
            <a:endParaRPr lang="en-US" sz="120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component of EI to its meaning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your own emotions and how they affect your thoughts and behaviour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Self-awareness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control or redirect disruptive emotions and impulses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Self-regulation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driven to achieve goals for their own sake, not just for reward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Motivation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sharing how someone else is feeling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Empathy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relationships and building rapport with others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Social skills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 2.2 and later with AC 4.1.</a:t>
            </a:r>
            <a:endParaRPr lang="en-US" sz="115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Effects, Self-Assessment and Development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EI helps someone, an honest self-assessment, and a plan to develop further.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3.1, 4.1, 5.1, 6.1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/ 4.1 / 5.1 / 6.1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Understanding to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high EI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with high emotional intelligence is more likely to manage stress well and build stronger relationships.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self-assessment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honest look at where you stand on each of the five components — there are no wrong answers.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improve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four ways to improve emotional intelligence, e.g. practising active listening.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development plan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concrete action steps for developing your own EI.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LO1-2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emotions are, and the five components of emotional intelligence.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LO3-4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effects of high EI, and where you personally stand.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LO5-6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EI and plan your own development.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HB12CY079.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2026-09-26T11:04:54Z</dcterms:created>
  <dcterms:modified xsi:type="dcterms:W3CDTF">2026-09-26T11:04:54Z</dcterms:modified>
</cp:coreProperties>
</file>