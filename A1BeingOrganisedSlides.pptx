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5720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502920"/>
            <a:ext cx="1280160" cy="7772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Organised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Level 1 Introductory · Core Unit · 30 Guided Learning Hours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2926080" y="4114800"/>
            <a:ext cx="2743200" cy="1371600"/>
          </a:xfrm>
          <a:prstGeom prst="rect">
            <a:avLst/>
          </a:prstGeom>
          <a:solidFill>
            <a:srgbClr val="12295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292608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2926080" y="4709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techniques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26480" y="4114800"/>
            <a:ext cx="2743200" cy="1371600"/>
          </a:xfrm>
          <a:prstGeom prst="rect">
            <a:avLst/>
          </a:prstGeom>
          <a:solidFill>
            <a:srgbClr val="12295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12648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B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126480" y="4709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techniques used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48640" y="1097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will develop key techniques to help organise their work and priorities and manage their time effectively.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2011680"/>
            <a:ext cx="10881360" cy="118872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31520" y="21488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94560" y="214884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techniques to improve own organisational skills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869680" y="21488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A.P1, A.M1, A.D1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474720"/>
            <a:ext cx="10881360" cy="118872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31520" y="36118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B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19456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use of techniques to improve own organisational skills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869680" y="3611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B.P2, B.M2, B.D2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evidence: a planner for a two-week period, plus supporting documentation showing the techniques used.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A1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Organised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techniques to improve own organisational skills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A.P1, A.M1, A.D1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966960" y="960120"/>
            <a:ext cx="205740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9966960" y="960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A.P1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Time-management Techniques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260604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0080" y="13716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lists &amp; action plans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337560" y="1371600"/>
            <a:ext cx="260604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429000" y="13716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tasks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371600"/>
            <a:ext cx="260604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217920" y="13716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Checklists, reviewed regularly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915400" y="1371600"/>
            <a:ext cx="260604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006840" y="13716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how long tasks take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2834640"/>
            <a:ext cx="260604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40080" y="28346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calendar software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337560" y="2834640"/>
            <a:ext cx="260604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429000" y="28346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extra time for the unexpected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126480" y="2834640"/>
            <a:ext cx="260604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217920" y="28346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Foresee problems, plan around them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915400" y="2834640"/>
            <a:ext cx="260604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006840" y="28346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priorities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0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A1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Organised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966960" y="960120"/>
            <a:ext cx="205740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9966960" y="960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A.P1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Techniques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10881360" cy="8686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13716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resources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206240" y="1371600"/>
            <a:ext cx="7040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Notebooks, pens, laptops, tablets — have what you need before you start.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331720"/>
            <a:ext cx="10881360" cy="8686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23317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stationery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206240" y="2331720"/>
            <a:ext cx="7040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Folders, dividers, highlighters.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10881360" cy="8686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32918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systems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206240" y="3291840"/>
            <a:ext cx="7040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both physical work and emails — quick, easy access.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251960"/>
            <a:ext cx="10881360" cy="8686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42519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alerts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206240" y="4251960"/>
            <a:ext cx="7040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and notifications for deadlines.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5212080"/>
            <a:ext cx="10881360" cy="8686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77240" y="52120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plans &amp; spreadsheets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206240" y="5212080"/>
            <a:ext cx="7040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organising and budgeting bigger pieces of work.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19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A1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Organised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966960" y="960120"/>
            <a:ext cx="205740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9966960" y="960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A.M1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 to Organise Time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534924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1371600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planner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080760" y="1371600"/>
            <a:ext cx="534924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080760" y="1371600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calendar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2834640"/>
            <a:ext cx="534924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8640" y="2834640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/ online planner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080760" y="2834640"/>
            <a:ext cx="534924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080760" y="2834640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calendar app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48640" y="4480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daily, weekly or monthly — whatever suits you. The key is keeping it updated and reviewing your priorities regularly.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3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Organised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Assessment Evidence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1463040"/>
            <a:ext cx="10881360" cy="1645920"/>
          </a:xfrm>
          <a:prstGeom prst="rect">
            <a:avLst/>
          </a:prstGeom>
          <a:solidFill>
            <a:srgbClr val="12295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82296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planner for a two-week period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48640" y="34747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supporting documentation that demonstrates the techniques you actually used — photos, screenshots, filing systems, alerts.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Organised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use of techniques to improve own organisational skills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B.P2, B.M2, B.D2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966960" y="960120"/>
            <a:ext cx="205740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9966960" y="960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B.P2-D2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Your Techniques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10881360" cy="11887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1463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weaknesses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1874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well? What didn't work as planned?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743200"/>
            <a:ext cx="10881360" cy="11887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2834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some worked better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7240" y="32461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it the technique itself, or how you used it?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10881360" cy="11887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42062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improve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77240" y="46177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 differently next time?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3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Organised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— Key Terms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1298448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6" name="Text 2"/>
          <p:cNvSpPr/>
          <p:nvPr/>
        </p:nvSpPr>
        <p:spPr>
          <a:xfrm>
            <a:off x="64008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what's most urgent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251960" y="1298448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9" name="Text 5"/>
          <p:cNvSpPr/>
          <p:nvPr/>
        </p:nvSpPr>
        <p:spPr>
          <a:xfrm>
            <a:off x="434340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34340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to-do list with timings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955280" y="1298448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4672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something must be finished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084832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system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way to find documents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51960" y="2084832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18" name="Text 14"/>
          <p:cNvSpPr/>
          <p:nvPr/>
        </p:nvSpPr>
        <p:spPr>
          <a:xfrm>
            <a:off x="434340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planner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34340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calendar on a wall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955280" y="2084832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21" name="Text 17"/>
          <p:cNvSpPr/>
          <p:nvPr/>
        </p:nvSpPr>
        <p:spPr>
          <a:xfrm>
            <a:off x="804672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planner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04672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calendar or app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2871216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/ reminder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008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set on a device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251960" y="2871216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27" name="Text 23"/>
          <p:cNvSpPr/>
          <p:nvPr/>
        </p:nvSpPr>
        <p:spPr>
          <a:xfrm>
            <a:off x="434340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34340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worked well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955280" y="2871216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30" name="Text 26"/>
          <p:cNvSpPr/>
          <p:nvPr/>
        </p:nvSpPr>
        <p:spPr>
          <a:xfrm>
            <a:off x="804672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04672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didn't work well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48640" y="3657600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3703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40080" y="40050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 and judging how well it worked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6" name="Text 32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A1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Organised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548640"/>
            <a:ext cx="822960" cy="8229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594360"/>
            <a:ext cx="118872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 to start planning your two weeks.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A1BeingOrganisedDigital.html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2026-07-23T22:24:20Z</dcterms:created>
  <dcterms:modified xsi:type="dcterms:W3CDTF">2026-07-23T22:24:20Z</dcterms:modified>
</cp:coreProperties>
</file>