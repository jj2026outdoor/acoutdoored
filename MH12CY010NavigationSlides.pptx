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5720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02920"/>
            <a:ext cx="1188720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Map and Compass for a Route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MH12CY010 · Agored Cymru Level 2 · Learning in the Outdoors · 3 Credits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1371600" y="4023360"/>
            <a:ext cx="2743200" cy="137160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37160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371600" y="4617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Compasses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0" y="4023360"/>
            <a:ext cx="2743200" cy="137160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72000" y="4617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Route Card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72400" y="4023360"/>
            <a:ext cx="2743200" cy="137160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772400" y="4617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Route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48640" y="1371600"/>
            <a:ext cx="10881360" cy="100584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731520" y="1508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920240" y="1508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key features of maps and compasses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0" y="1508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1.1, 1.2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606040"/>
            <a:ext cx="10881360" cy="100584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" y="27432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920240" y="27432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create a route card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10881360" cy="100584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31520" y="3977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920240" y="39776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complete the planned route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144000" y="39776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3.1, 3.2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mainly practical demonstration — your assessor will observe you completing a real route.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9" name="Text 15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MH12CY010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Map and Compass for a Route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key features of maps and compasses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1.1, 1.2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Maps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1280160"/>
            <a:ext cx="10881360" cy="10515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Landranger — 1:50,000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17373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 wide area. Good for planning a whole day's route.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514600"/>
            <a:ext cx="10881360" cy="10515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606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Explorer — 1:25,000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29718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more detail. The standard scale for walking and cycling.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10881360" cy="105156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840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GPS mapping apps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" y="42062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live position, but should never fully replace a paper map and compass.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MH12CY010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Map and Compass for a Route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Baseplate Compass Features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640080" y="1371600"/>
            <a:ext cx="73152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plastic baseplate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Liquid-filled rotating bezel (housing), marked 0–360°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needle — red end points to magnetic north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Orienting lines and orienting arrow (inside the housing)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travel arrow (on the baseplate)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Romer scale — for reading grid references accurately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Magnifying lens and declination scale (on many models)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229600" y="146304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 1-2-3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412480" y="32918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the bearing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Rotate the compass to align red needle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Follow the direction of travel arrow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MH12CY010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Map and Compass for a Route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create a route card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2.1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on a Route Card?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2560320" cy="11430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13716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91840" y="1371600"/>
            <a:ext cx="2560320" cy="11430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91840" y="13716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changes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035040" y="1371600"/>
            <a:ext cx="2560320" cy="11430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035040" y="13716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description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778240" y="1371600"/>
            <a:ext cx="2560320" cy="11430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778240" y="13716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direction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2743200"/>
            <a:ext cx="2560320" cy="11430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48640" y="27432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of group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291840" y="2743200"/>
            <a:ext cx="2560320" cy="11430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291840" y="27432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points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035040" y="2743200"/>
            <a:ext cx="2560320" cy="11430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035040" y="27432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routes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778240" y="2743200"/>
            <a:ext cx="2560320" cy="114300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778240" y="274320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interest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48640" y="43891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unit: activity must be at least 4 hours, and must include a compass bearing. Walking, cycling and canoeing all count.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5" name="Text 21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MH12CY010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Map and Compass for a Route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Timings — Naismith's Rule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463040"/>
            <a:ext cx="10881360" cy="1645920"/>
          </a:xfrm>
          <a:prstGeom prst="rect">
            <a:avLst/>
          </a:prstGeom>
          <a:solidFill>
            <a:srgbClr val="0F4525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82296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1 hour per 5km, plus 1 minute per 10m of ascent.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48640" y="34747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 starting estimate — adjust for group fitness, terrain, weather and load carried. Compare your estimate to what actually happens in LO3.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MH12CY010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Map and Compass for a Route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complete the planned route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AC 3.1, 3.2 — assessed by practical demonstration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1"/>
          <p:cNvSpPr/>
          <p:nvPr/>
        </p:nvSpPr>
        <p:spPr>
          <a:xfrm>
            <a:off x="10149840" y="960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3.1-3.2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7240" y="1463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route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7240" y="1874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assessor will observe you navigating using map and compass skills for the full planned route (min. 4 hours).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432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2834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your skills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32461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bearings, using grid references, pacing, and identifying features on the ground.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10881360" cy="1188720"/>
          </a:xfrm>
          <a:prstGeom prst="rect">
            <a:avLst/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4206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afterwards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" y="46177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actual timings and route to your route card. Differences are normal — the review is what matters.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7" name="Text 13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MH12CY010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Map and Compass for a Route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82880"/>
            <a:ext cx="777240" cy="7772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56032"/>
            <a:ext cx="96012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6" name="Text 2"/>
          <p:cNvSpPr/>
          <p:nvPr/>
        </p:nvSpPr>
        <p:spPr>
          <a:xfrm>
            <a:off x="64008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reference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position on a map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25196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9" name="Text 5"/>
          <p:cNvSpPr/>
          <p:nvPr/>
        </p:nvSpPr>
        <p:spPr>
          <a:xfrm>
            <a:off x="434340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4340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distance vs ground distance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55280" y="1298448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2" name="Text 8"/>
          <p:cNvSpPr/>
          <p:nvPr/>
        </p:nvSpPr>
        <p:spPr>
          <a:xfrm>
            <a:off x="8046720" y="1344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line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4672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points of equal height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008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in degrees, 0–360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5196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8" name="Text 14"/>
          <p:cNvSpPr/>
          <p:nvPr/>
        </p:nvSpPr>
        <p:spPr>
          <a:xfrm>
            <a:off x="434340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Bezel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34340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dial on a compass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955280" y="2084832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1" name="Text 17"/>
          <p:cNvSpPr/>
          <p:nvPr/>
        </p:nvSpPr>
        <p:spPr>
          <a:xfrm>
            <a:off x="8046720" y="21305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Romer scale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046720" y="24323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grid references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008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north vs magnetic north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25196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7" name="Text 23"/>
          <p:cNvSpPr/>
          <p:nvPr/>
        </p:nvSpPr>
        <p:spPr>
          <a:xfrm>
            <a:off x="434340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card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34340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journey plan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955280" y="2871216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0" name="Text 26"/>
          <p:cNvSpPr/>
          <p:nvPr/>
        </p:nvSpPr>
        <p:spPr>
          <a:xfrm>
            <a:off x="8046720" y="29169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046720" y="32186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section of a route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48640" y="3657600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3703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0080" y="4005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paces to measure distance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251960" y="3657600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6" name="Text 32"/>
          <p:cNvSpPr/>
          <p:nvPr/>
        </p:nvSpPr>
        <p:spPr>
          <a:xfrm>
            <a:off x="4343400" y="3703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route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343400" y="4005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route off the hill if needed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7955280" y="3657600"/>
            <a:ext cx="3520440" cy="694944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39" name="Text 35"/>
          <p:cNvSpPr/>
          <p:nvPr/>
        </p:nvSpPr>
        <p:spPr>
          <a:xfrm>
            <a:off x="8046720" y="3703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Naismith's Rule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8046720" y="40050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1hr/5km + 1min/10m ascent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0" y="6446520"/>
            <a:ext cx="12191695" cy="1828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42" name="Text 38"/>
          <p:cNvSpPr/>
          <p:nvPr/>
        </p:nvSpPr>
        <p:spPr>
          <a:xfrm>
            <a:off x="2743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MH12CY010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8686800" y="6446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Map and Compass for a Route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548640"/>
            <a:ext cx="822960" cy="8229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594360"/>
            <a:ext cx="105156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to complete your route card and begin your practical assessment.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MH12CY010NavigationDigital.html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2026-07-22T15:56:36Z</dcterms:created>
  <dcterms:modified xsi:type="dcterms:W3CDTF">2026-07-22T15:56:36Z</dcterms:modified>
</cp:coreProperties>
</file>