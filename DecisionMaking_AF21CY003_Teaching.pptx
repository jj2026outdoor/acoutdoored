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1371600" cy="960120"/>
          </a:xfrm>
          <a:prstGeom prst="rect">
            <a:avLst/>
          </a:prstGeom>
        </p:spPr>
      </p:pic>
      <p:pic>
        <p:nvPicPr>
          <p:cNvPr id="3" name="Image 1" descr="/home/claude/assets/Agored_Reversed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65960"/>
            <a:ext cx="274320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Agored Cymru Level 2 PSE  •  AF21CY003  •  Level One  •  1 Credit  •  9 GLH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Brynllywarch Hall School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well, on purpose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 you make dozens of decisions — most without thinking. This unit is about slowing down the big ones and choosing on purpose.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5544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55448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0" y="155448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decision-making 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6060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6060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0" y="2606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decision-making techniques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36576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6576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0" y="36576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decision using a technique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 •  AF21CY003  •  Level One</a:t>
            </a:r>
            <a:endParaRPr lang="en-US" sz="900" dirty="0"/>
          </a:p>
        </p:txBody>
      </p:sp>
      <p:pic>
        <p:nvPicPr>
          <p:cNvPr id="15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6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or No Decision?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class, look at a list of everyday scenarios (e.g. “what to have for breakfast”, “whether to help a friend move house”, “what colour socks to wear”).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each one into “a decision that matters” or “not really a decision”.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what makes something worth stopping to think about, rather than just doing on autopilot?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 •  AF21CY003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of a good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64592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6888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46888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information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9184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29184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 up your options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8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1480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11480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choice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37760"/>
            <a:ext cx="548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937760"/>
            <a:ext cx="9875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outcome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 •  AF21CY003  •  Level One</a:t>
            </a:r>
            <a:endParaRPr lang="en-US" sz="900" dirty="0"/>
          </a:p>
        </p:txBody>
      </p:sp>
      <p:pic>
        <p:nvPicPr>
          <p:cNvPr id="20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21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to help you decide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and cons list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out the advantages and disadvantages of each option side by side.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matrix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each option against what matters most to you, then compare totals.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someone you trust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an outside view from someone who isn't emotionally involved.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7947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8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on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434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yourself time before deciding, especially for big or emotional choices.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 •  AF21CY003  •  Level One</a:t>
            </a:r>
            <a:endParaRPr lang="en-US" sz="900" dirty="0"/>
          </a:p>
        </p:txBody>
      </p:sp>
      <p:pic>
        <p:nvPicPr>
          <p:cNvPr id="17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8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 It 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a real decision you're currently facing, or use an example provided by your teacher.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alone, list the pros and cons of each option using the technique from the previous slide.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compare lists — did your partner spot anything you missed?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class, discuss: did seeing it written down change how the decision felt?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 •  AF21CY003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get in the 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having enough information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8F1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rushed or under pressure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Letting emotions take over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8F1F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influenced by others' opinions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377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of making the wrong choice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 •  AF21CY003  •  Level One</a:t>
            </a:r>
            <a:endParaRPr lang="en-US" sz="900" dirty="0"/>
          </a:p>
        </p:txBody>
      </p:sp>
      <p:pic>
        <p:nvPicPr>
          <p:cNvPr id="15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6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Call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real, low-stakes decision you need to make (e.g. how to spend free time, which option to pick for a project).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technique from LO2 — pros/cons list or decision matrix — to work through it on paper.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decision based on what the technique showed you.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your decision and reasoning with the class — did the technique change your mind?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 •  AF21CY003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73736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decision-making means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278892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Stages, techniques, and common problems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404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384048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technique to make a real decision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Decision-Making  •  AF21CY003  •  Level One</a:t>
            </a:r>
            <a:endParaRPr lang="en-US" sz="900" dirty="0"/>
          </a:p>
        </p:txBody>
      </p:sp>
      <p:pic>
        <p:nvPicPr>
          <p:cNvPr id="14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5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40080"/>
            <a:ext cx="137160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workbook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AC 1.1, 2.1, 2.2, 2.3 and 3.1 in your digital or printed workbook, then complete the Declaration page.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2026-08-21T22:35:08Z</dcterms:created>
  <dcterms:modified xsi:type="dcterms:W3CDTF">2026-08-21T22:35:08Z</dcterms:modified>
</cp:coreProperties>
</file>