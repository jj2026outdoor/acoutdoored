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1371600" cy="960120"/>
          </a:xfrm>
          <a:prstGeom prst="rect">
            <a:avLst/>
          </a:prstGeom>
        </p:spPr>
      </p:pic>
      <p:pic>
        <p:nvPicPr>
          <p:cNvPr id="3" name="Image 1" descr="/home/claude/assets/Agored_Reversed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65960"/>
            <a:ext cx="274320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Agored Cymru Level 2 PSE  •  HB31CY011  •  Level One  •  1 Credit  •  9 GLH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Brynllywarch Hall School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unit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gets angry. This unit isn't about stopping anger — it's about understanding it, so you can choose how you respond instead of anger choosing for you.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4630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4630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0" y="1463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emotions affect behaviour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5146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5146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0" y="25146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anger affects society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35661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56616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0" y="35661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changes during anger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46177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46177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98080" y="46177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an anger management technique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  •  HB31CY011  •  Level One</a:t>
            </a:r>
            <a:endParaRPr lang="en-US" sz="900" dirty="0"/>
          </a:p>
        </p:txBody>
      </p:sp>
      <p:pic>
        <p:nvPicPr>
          <p:cNvPr id="18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9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Emotions drive behaviour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emotion has a behaviour attached to it — even ones we don't notice.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219456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Emotion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 trigger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Resulting behaviour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A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Frustration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a bus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Sighing, clenched fists, muttering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Embarrassment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Tripping in front of others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Avoiding eye contact, laughing it off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Excitement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news from a friend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Raised voice, fast talking, smiling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2F2E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 </a:t>
            </a:r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felt jealous when my friend got picked for the team and I didn't. My behaviour was to go quiet and not talk to anyone for the rest of the lesson.”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  •  HB31CY011  •  Level One</a:t>
            </a:r>
            <a:endParaRPr lang="en-US" sz="900" dirty="0"/>
          </a:p>
        </p:txBody>
      </p:sp>
      <p:pic>
        <p:nvPicPr>
          <p:cNvPr id="9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0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Emotion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alone, look at a list of emotions (e.g. frustration, embarrassment, excitement, jealousy) and a list of behaviours.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each emotion to the behaviour you think it's most likely to cause, based on your own experience.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compare your matches — did you match anything differently? Why?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class, discuss any emotions where the “right” behaviour genuinely depends on the person.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  •  HB31CY011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in society — positive and negative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uses of anger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Campaigning against injustice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Speaking up when someone is treated unfairly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Motivating change after a bad experience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uses of anger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Violence or physical harm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damage or vandalism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Damaging relationships through shouting or threats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  •  HB31CY011  •  Level One</a:t>
            </a:r>
            <a:endParaRPr lang="en-US" sz="900" dirty="0"/>
          </a:p>
        </p:txBody>
      </p:sp>
      <p:pic>
        <p:nvPicPr>
          <p:cNvPr id="11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2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Scenarios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class, read through a set of real or example scenarios where someone reacted with anger.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each one into “positive use of anger” or “negative use of anger” — use the two columns from the previous slide as a guide.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any scenario that could go either way, discuss what made the difference.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scenarios were hardest to agree on, and why?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  •  HB31CY011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inside your body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 increases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Adrenaline is released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Muscles tense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Breathing gets faster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may go red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Fists clench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gets louder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 tightens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  •  HB31CY011  •  Level One</a:t>
            </a:r>
            <a:endParaRPr lang="en-US" sz="900" dirty="0"/>
          </a:p>
        </p:txBody>
      </p:sp>
      <p:pic>
        <p:nvPicPr>
          <p:cNvPr id="11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2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Signs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time you felt your body react to anger — racing heart, clenched fists, hot face, tense shoulders.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paper, draw a simple body outline and label where you felt each change.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compare outlines — are your signs the same as your partner's, or different?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class, list the most common signs people noticed.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  •  HB31CY011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 techniques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4.1 asks for at least TEN techniques. Here are examples to build your list from: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2F2E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to 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E8F1F3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9202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192024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breathing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2F2E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1635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816352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away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2816352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E8F1F3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81635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2816352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to someone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2F2E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12464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712464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3712464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E8F1F3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712464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3712464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to music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608576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2F2E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608576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4608576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it down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126480" y="4608576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E8F1F3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608576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4608576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Squeezing a stress ball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504688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2F2E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50468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5504688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 break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26480" y="5504688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E8F1F3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550468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66560" y="5504688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self-talk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  •  HB31CY011  •  Level One</a:t>
            </a:r>
            <a:endParaRPr lang="en-US" sz="900" dirty="0"/>
          </a:p>
        </p:txBody>
      </p:sp>
      <p:pic>
        <p:nvPicPr>
          <p:cNvPr id="3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3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Role-play a Technique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act out a situation where one person feels their anger building.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the scene and have them use one technique from this slide to manage it.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roles and try a different technique.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did it work? What would you do differently?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  •  HB31CY011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73736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Emotions and their behaviours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278892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and negative anger in society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404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384048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and external biological changes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920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489204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techniques, tried through role play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Anger Management  •  HB31CY011  •  Level One</a:t>
            </a:r>
            <a:endParaRPr lang="en-US" sz="900" dirty="0"/>
          </a:p>
        </p:txBody>
      </p:sp>
      <p:pic>
        <p:nvPicPr>
          <p:cNvPr id="17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8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40080"/>
            <a:ext cx="137160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workbook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AC 1.1, 2.1, 3.1, 4.1 and 4.2 in your digital or printed workbook, then complete the Declaration page.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2026-08-21T22:23:48Z</dcterms:created>
  <dcterms:modified xsi:type="dcterms:W3CDTF">2026-08-21T22:23:48Z</dcterms:modified>
</cp:coreProperties>
</file>