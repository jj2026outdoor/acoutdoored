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5720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02920"/>
            <a:ext cx="118872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MH32CY008 · Agored Cymru Level 2 · Learning in the Outdoors · 3 Credits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1463040" y="3931920"/>
            <a:ext cx="2926080" cy="8229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46304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Canoeing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663440" y="3931920"/>
            <a:ext cx="2926080" cy="8229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Kayaking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863840" y="3931920"/>
            <a:ext cx="2926080" cy="8229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86384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Paddleboarding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463040" y="4983480"/>
            <a:ext cx="2926080" cy="8229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46304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63440" y="4983480"/>
            <a:ext cx="2926080" cy="8229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66344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863840" y="4983480"/>
            <a:ext cx="2926080" cy="8229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6384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23444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731520" y="1307592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737360" y="130759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range of water-based activities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418320" y="130759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112264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2185416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737360" y="2185416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requirements of a water-based activity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418320" y="218541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2.1-2.4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90088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3063240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737360" y="306324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prepare for participation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418320" y="306324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3.1, 3.2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867912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31520" y="3941064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737360" y="394106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participate in a water-based activity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418320" y="394106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745736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31520" y="4818888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737360" y="4818888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maintain equipment used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9418320" y="481888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8640" y="562356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731520" y="5696712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737360" y="569671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assess own participation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9418320" y="569671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6.1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own specific water-based activity in LO2 — canoeing, kayaking, paddleboarding, sailing, windsurfing, or another activity.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1" name="Text 27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range of water-based activities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1.1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Water-based Activity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28016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Canoeing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749040" y="128016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Open-topped craft, single-bladed paddle, kneeling or sitting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14884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1488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49040" y="21488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Closed-cockpit craft, double-bladed paddle, often with a spray deck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0175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Paddleboarding (SUP)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49040" y="301752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or kneeling on a board, single-bladed paddle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388620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749040" y="388620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boat's sail and rudder to harness the wind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75488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77240" y="47548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Windsurfing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749040" y="475488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with an attached sail, steered by tilting and rotating the rig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623560"/>
            <a:ext cx="10881360" cy="74980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77240" y="562356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Rafting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3749040" y="562356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paddling a large inflatable craft together, usually on moving water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6" name="Text 22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requirements of a water-based 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2.1, 2.2, 2.3, 2.4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2.4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Essentials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aid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8288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piece of safety kit. Always worn, always well-fitted.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6517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water shock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30175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risk even in water that doesn't feel extremely cold — and even close to shore.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Capsize / rescue drill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2062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Practised and briefed before going afloat, so everyone knows what to do.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93776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5029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conditions check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7724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setting out — be ready to change plans or cancel.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2.2-2.3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Equipment &amp; Assessing Yourself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aid / PFD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51960" y="13716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25196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(whitewater/rafting)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55280" y="13716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95528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deck (kayaking)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7432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48640" y="2743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Wetsuit / drysuit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51960" y="27432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51960" y="2743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line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955280" y="27432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955280" y="2743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sized paddle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4297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 2.2, honestly compare your own current ability to the skills your chosen activity actually requires — this isn't about being perfect, it's about knowing where you are.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prepare for participation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3.1, 3.2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participate in a water-based activity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4.1 — assessed by practical demonstration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Water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of skills and techniques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874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appropriate to your specific activity and ability level.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834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equipment and resources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32461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and used exactly as prepared in LO3.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4206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 appropriate to the activity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6177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before and during participation, not just planned on paper.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Activity: Maintain &amp; Reflect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 — Maintain Equipment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68680" y="20116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off salt, mud or grit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fully before storing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damage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correctly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126480" y="1371600"/>
            <a:ext cx="5303520" cy="41148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5508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 — Assess Own Participation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46520" y="20116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challenging?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prepare differently?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aid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 afloat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25196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434340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Capsize drill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4340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tip over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water shock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Body's reaction to sudden cold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deck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water out of a kayak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line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34340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Buoyant rescue rope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528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exit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4672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out of a capsized kayak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Eddy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Calmer water behind an obstruction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25196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34340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Man-made river barrier — hazard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95528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6"/>
          <p:cNvSpPr/>
          <p:nvPr/>
        </p:nvSpPr>
        <p:spPr>
          <a:xfrm>
            <a:off x="804672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Cymru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4672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Wales' paddlesport body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48640" y="3657600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008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sailing/windsurfing body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Water-based Activity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822960" cy="822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94360"/>
            <a:ext cx="105156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choose your activity and begin.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MH32CY008WaterActivityDigital.html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2026-07-23T09:53:42Z</dcterms:created>
  <dcterms:modified xsi:type="dcterms:W3CDTF">2026-07-23T09:53:42Z</dcterms:modified>
</cp:coreProperties>
</file>