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AGORED CYMRU  ·  LEVEL 2  ·  LEARNING IN THE OUTDOORS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2331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 ·  3 Credits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2880360"/>
            <a:ext cx="11338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Water-based Activity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 ·  Kayaking  ·  Paddleboarding  ·  Sailing  ·  Windsurfing  ·  Rafting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868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own specific water-based activity in LO2 — canoeing, kayaking, paddleboarding, sailing, or another.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5087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011680" y="150876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range of water-based activities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15087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28600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2011680" y="228600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requirements of a water-based activity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0" y="228600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2.1 - 2.4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06324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011680" y="306324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prepare for participation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01200" y="30632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3.1, 3.2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8404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384048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011680" y="384048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participate in a water-based activity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01200" y="384048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46177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61772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2011680" y="461772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maintain equipment used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01200" y="4617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53949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E8F5EE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94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2011680" y="5394960"/>
            <a:ext cx="7498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assess own participation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9601200" y="53949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0" name="Text 27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Water-based Activity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1.1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Water-based Activity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6187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474720" y="126187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Open-topped craft, single-bladed paddle, kneeling or sitting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13055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474720" y="213055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Closed-cockpit craft, double-bladed paddle, often with a spray deck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299923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 (SUP)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74720" y="299923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or kneeling on a board, single-bladed paddle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79476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86791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74720" y="386791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boat's sail and rudder to harness the wind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66344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3659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Windsurfing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74720" y="473659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with an attached sail, steered by tilting and rotating the rig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E8F5EE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60527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Rafting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474720" y="5605272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paddling a large inflatable craft together, usually on moving water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5" name="Text 2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 — Types of Water-based Activity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Essentials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38988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840480" y="138988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piece of safety kit. Always worn, always well-fitted.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57860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water shock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257860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risk even in water that doesn't feel extremely cold — and even close to shore.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76732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Capsize / rescue drill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840480" y="376732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Practised and briefed before going afloat, so everyone knows what to do.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95604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conditions check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40480" y="495604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before setting out — be ready to change plans or cancel.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 — Requirements of a Water-based Activity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2.2 · 2.3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Equipment &amp; Assessing Yourself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/ PFD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2648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(whitewater/rafting)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 deck (kayaking)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126480" y="1691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 / drysuit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1945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line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0" y="21945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sized paddle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F0FDF4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2.2 — Self-assess honestly:  </a:t>
            </a:r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your own current ability to the skills your chosen activity actually requires. This isn't about being perfect — it's about knowing where you are before you start.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5" name="Text 1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 — Requirements of a Water-based Activity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E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3840480" y="265176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Prepare for Participation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840480" y="361188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AC 3.1, AC 3.2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3.1 · 3.2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‘Preparing’ Actually Means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 is checkable — your assessor is looking for evidence you did these, not just that you own the kit.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184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readiness (3.1)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023360" y="161848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your fitness, swimming ability and skill level genuinely match the activity you chose in LO2 — not the activity you wish you were ready for.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80720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check (3.1)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023360" y="280720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and every other item from your kit list present, in good condition, and correctly fitted before you go afloat — not assumed.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99592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conditions (3.1)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023360" y="399592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and water conditions checked on the day (wind, tide, flow rate); venue or launch point confirmed; any access permissions arranged in advance.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18464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planning (3.2)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023360" y="518464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capsize/rescue drill, who to contact if something goes wrong, and what you'll do if conditions change while you're on the water.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 — Preparing for Participation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4.1 · practical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Water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9144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 practical demonstration during your activity.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57276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of skills and techniques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06240" y="15727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appropriate to your specific activity and ability level.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76148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equipment and resources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206240" y="276148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and used exactly as prepared in LO3.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F5EE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95020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checks appropriate to the activity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206240" y="395020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out before and during participation, not just planned on paper.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7" name="Text 1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 — Participate in the Activity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Activity: Maintain &amp; Reflect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E8F5EE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LO5 — Maintain Equipment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Rinse off salt, mud or grit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fully before storing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damage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correctly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18872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E8F5EE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LO6 — Assess Own Participation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well?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37960" y="2377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challenging?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37960" y="2880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prepare differently?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6" name="Text 13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LO5-6 — Maintenance and Self-Assessment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— Key Terms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560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you afloat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63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Capsize drill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75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if you tip over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water shock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560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Body's reaction to sudden cold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63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 deck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75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water out of a kayak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line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560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Buoyant rescue rope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exit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75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out of a capsized kayak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60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Calmer water behind an obstruction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63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275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Man-made river barrier — hazard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plan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560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if plans need to change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63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F5EE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275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 judging your own ability level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5" name="Text 3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Get Started?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3108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3977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MH32CY008WaterActivityDigital.html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480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E4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activity and begin.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2026-07-27T21:56:08Z</dcterms:created>
  <dcterms:modified xsi:type="dcterms:W3CDTF">2026-07-27T21:56:08Z</dcterms:modified>
</cp:coreProperties>
</file>