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F4A56"/>
                </a:solidFill>
              </a:defRPr>
            </a:pPr>
            <a:r>
              <a:t>Decision-Making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Agored Cymru Level 2 Certificate/Extended Certificate in Personal and Social Education</a:t>
            </a:r>
          </a:p>
          <a:p>
            <a:r>
              <a:t>Unit Code: AF21CY003  •  Level One  •  1 Credit  •  9 GLH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Unit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LO1: Understand what is meant by decision-making</a:t>
            </a:r>
          </a:p>
          <a:p>
            <a:pPr>
              <a:defRPr sz="2000"/>
            </a:pPr>
            <a:r>
              <a:t>LO2: Understand decision-making techniques</a:t>
            </a:r>
          </a:p>
          <a:p>
            <a:pPr>
              <a:defRPr sz="2000"/>
            </a:pPr>
            <a:r>
              <a:t>LO3: Be able to make decisions using decision-making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LO1: Understand what is meant by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1.1: Define what is meant by “decision-making”.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LO2: Understand decision-making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2.1: Identify the stages in a decision-making process.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2.2: Identify a range of decision-making techniques (at least two).</a:t>
            </a:r>
          </a:p>
          <a:p>
            <a:pPr lvl="1">
              <a:defRPr sz="1600"/>
            </a:pPr>
            <a:r>
              <a:t>At least 2</a:t>
            </a:r>
          </a:p>
          <a:p>
            <a:pPr>
              <a:defRPr sz="2000"/>
            </a:pPr>
            <a:r>
              <a:t>AC 2.3: Identify potential problems when making decisions (at least three).</a:t>
            </a:r>
          </a:p>
          <a:p>
            <a:pPr lvl="1">
              <a:defRPr sz="1600"/>
            </a:pPr>
            <a:r>
              <a:t>At least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LO3: Be able to make decisions using decision-making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3.1: Use a decision-making technique to make a decision. Describe the decision, the technique you used, and the outcome.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Glossary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Decision-making: The process of choosing between two or more possible options.</a:t>
            </a:r>
          </a:p>
          <a:p>
            <a:pPr>
              <a:defRPr sz="2000"/>
            </a:pPr>
            <a:r>
              <a:t>Option: One of the possible choices available to you in a decision.</a:t>
            </a:r>
          </a:p>
          <a:p>
            <a:pPr>
              <a:defRPr sz="2000"/>
            </a:pPr>
            <a:r>
              <a:t>Consequence: Something that happens as a result of a decision you make.</a:t>
            </a:r>
          </a:p>
          <a:p>
            <a:pPr>
              <a:defRPr sz="2000"/>
            </a:pPr>
            <a:r>
              <a:t>Pros and cons: A list of the advantages (pros) and disadvantages (cons) of an option.</a:t>
            </a:r>
          </a:p>
          <a:p>
            <a:pPr>
              <a:defRPr sz="2000"/>
            </a:pPr>
            <a:r>
              <a:t>Risk: The chance that a decision could lead to a negative outcome.</a:t>
            </a:r>
          </a:p>
          <a:p>
            <a:pPr>
              <a:defRPr sz="2000"/>
            </a:pPr>
            <a:r>
              <a:t>Compromise: Choosing an option that partly satisfies everyone involved.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Glossary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Priority: Something you decide is more important than other things when making a choice.</a:t>
            </a:r>
          </a:p>
          <a:p>
            <a:pPr>
              <a:defRPr sz="2000"/>
            </a:pPr>
            <a:r>
              <a:t>Impulsive decision: A decision made quickly, without thinking it through.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Work through each Learning Outcome in your workbook.</a:t>
            </a:r>
          </a:p>
          <a:p>
            <a:pPr>
              <a:defRPr sz="2000"/>
            </a:pPr>
            <a:r>
              <a:t>Ask your tutor if you're stuck on a question.</a:t>
            </a:r>
          </a:p>
          <a:p>
            <a:pPr>
              <a:defRPr sz="2000"/>
            </a:pPr>
            <a:r>
              <a:t>Complete the Evidence and Declaration sections when finished.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