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TWO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Money Management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HE12CY001  ·  BZQ585  ·  2 Credits  ·  19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basics of money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51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personal monthly budget 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5204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influences on personal spending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3891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38912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vs non-priority debt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52578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to turn for help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Basics and Budgeting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money items, barriers to managing money well, and building a real monthly budget.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2.1, 2.2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/ 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Items and Barriers to Managing Well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MONEY ITEMS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 account  (advantages + disadvantages)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Credit card  (advantages + disadvantages)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Overdraft  (advantages + disadvantages)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debit  (advantages + disadvantages)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TO MANAGING MONEY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tracking spending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Impulse purchases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budgeting for bills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Peer/social pressure to spend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Monthly Budget Form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workbook's budget calculator totals your income and expenses live as you type, and shows your balance — income minus expenses. You need at least three separate expenses.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3291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£1,000.00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£600.00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+£400.00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Influences and Debt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stores use to encourage spending, credit and loans, and the difference between priority and non-priority debt.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3.1–3.4, 4.1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3.1–3.4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Influences on Spending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techniques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Limited-time offers, loyalty schemes, and prominent product placement all encourage spending.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store cards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and can build credit history — but high interest and easy overspending are real risks.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options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accounts, savings accounts, and other banking products each suit different needs.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pitfalls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Payday loans and other high-cost credit can carry very high APRs — assess the real cost before borrowing.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each debt into priority or non-priority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Priority debt   ·   Non-priority debt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Council tax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Gas and electricity bills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Mortgage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Credit card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Catalogue debt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 loan from a bank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1605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 card</a:t>
            </a:r>
            <a:endParaRPr lang="en-US" sz="1200" dirty="0"/>
          </a:p>
        </p:txBody>
      </p:sp>
      <p:sp>
        <p:nvSpPr>
          <p:cNvPr id="14" name="Shape 12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each debt into priority or non-priority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Priority debt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tax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Priority debt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and electricity bills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Priority debt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Priority debt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Non-priority debt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debt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Non-priority debt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838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loan from a bank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Non-priority debt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4838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card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Non-priority debt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1879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 4.1.</a:t>
            </a:r>
            <a:endParaRPr lang="en-US" sz="1150" dirty="0"/>
          </a:p>
        </p:txBody>
      </p:sp>
      <p:sp>
        <p:nvSpPr>
          <p:cNvPr id="14" name="Shape 12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Money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LO1-2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money items, and how to build a monthly budget.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influences spending, and the pitfalls of credit and loans.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LO4-5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vs non-priority debt, and where to get help.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HE12CY001.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2026-09-26T11:05:32Z</dcterms:created>
  <dcterms:modified xsi:type="dcterms:W3CDTF">2026-09-26T11:05:32Z</dcterms:modified>
</cp:coreProperties>
</file>