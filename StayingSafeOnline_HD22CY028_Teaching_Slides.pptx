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" Target="slide7.xml"/><Relationship Id="rId4" Type="http://schemas.openxmlformats.org/officeDocument/2006/relationships/slide" Target="slide7.xml"/><Relationship Id="rId5" Type="http://schemas.openxmlformats.org/officeDocument/2006/relationships/slide" Target="slide6.xml"/><Relationship Id="rId6" Type="http://schemas.openxmlformats.org/officeDocument/2006/relationships/slide" Target="slide6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7.xml"/><Relationship Id="rId12" Type="http://schemas.openxmlformats.org/officeDocument/2006/relationships/slide" Target="slide7.xml"/><Relationship Id="rId13" Type="http://schemas.openxmlformats.org/officeDocument/2006/relationships/slide" Target="slide7.xml"/><Relationship Id="rId14" Type="http://schemas.openxmlformats.org/officeDocument/2006/relationships/slide" Target="slide7.xml"/><Relationship Id="rId15" Type="http://schemas.openxmlformats.org/officeDocument/2006/relationships/slide" Target="slide7.xml"/><Relationship Id="rId16" Type="http://schemas.openxmlformats.org/officeDocument/2006/relationships/slide" Target="slide7.xm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3" Type="http://schemas.openxmlformats.org/officeDocument/2006/relationships/slide" Target="slide8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3" Type="http://schemas.openxmlformats.org/officeDocument/2006/relationships/slide" Target="slide5.xml"/><Relationship Id="rId4" Type="http://schemas.openxmlformats.org/officeDocument/2006/relationships/slide" Target="slide8.xml"/><Relationship Id="rId5" Type="http://schemas.openxmlformats.org/officeDocument/2006/relationships/slide" Target="slide8.xml"/><Relationship Id="rId1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0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0.xml"/><Relationship Id="rId11" Type="http://schemas.openxmlformats.org/officeDocument/2006/relationships/slide" Target="slide10.xml"/><Relationship Id="rId12" Type="http://schemas.openxmlformats.org/officeDocument/2006/relationships/slide" Target="slide10.xml"/><Relationship Id="rId13" Type="http://schemas.openxmlformats.org/officeDocument/2006/relationships/slide" Target="slide10.xml"/><Relationship Id="rId14" Type="http://schemas.openxmlformats.org/officeDocument/2006/relationships/slide" Target="slide10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11.xm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3" Type="http://schemas.openxmlformats.org/officeDocument/2006/relationships/slide" Target="slide8.xml"/><Relationship Id="rId4" Type="http://schemas.openxmlformats.org/officeDocument/2006/relationships/slide" Target="slide11.xml"/><Relationship Id="rId5" Type="http://schemas.openxmlformats.org/officeDocument/2006/relationships/slide" Target="slide11.xml"/><Relationship Id="rId1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" Target="slide13.xml"/><Relationship Id="rId5" Type="http://schemas.openxmlformats.org/officeDocument/2006/relationships/slide" Target="slide12.xml"/><Relationship Id="rId6" Type="http://schemas.openxmlformats.org/officeDocument/2006/relationships/slide" Target="slide12.xml"/><Relationship Id="rId7" Type="http://schemas.openxmlformats.org/officeDocument/2006/relationships/slide" Target="slide12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3.xml"/><Relationship Id="rId11" Type="http://schemas.openxmlformats.org/officeDocument/2006/relationships/slide" Target="slide13.xml"/><Relationship Id="rId12" Type="http://schemas.openxmlformats.org/officeDocument/2006/relationships/slide" Target="slide13.xml"/><Relationship Id="rId13" Type="http://schemas.openxmlformats.org/officeDocument/2006/relationships/slide" Target="slide13.xml"/><Relationship Id="rId14" Type="http://schemas.openxmlformats.org/officeDocument/2006/relationships/slide" Target="slide13.xml"/><Relationship Id="rId15" Type="http://schemas.openxmlformats.org/officeDocument/2006/relationships/slide" Target="slide13.xml"/><Relationship Id="rId16" Type="http://schemas.openxmlformats.org/officeDocument/2006/relationships/slide" Target="slide13.xm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3" Type="http://schemas.openxmlformats.org/officeDocument/2006/relationships/slide" Target="slide14.xm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11.xml"/><Relationship Id="rId4" Type="http://schemas.openxmlformats.org/officeDocument/2006/relationships/slide" Target="slide14.xml"/><Relationship Id="rId5" Type="http://schemas.openxmlformats.org/officeDocument/2006/relationships/slide" Target="slide14.xml"/><Relationship Id="rId1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TWO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Safe Online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HD22CY028  ·  CDQ097  ·  2 Credits  ·  5 hours GLH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5029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5394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66160" y="4892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5029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5394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go wrong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4892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5029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5394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safety settings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52560" y="4892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35440" y="5029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5394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platforms appropriately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1287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391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317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online platforms should be used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Netiquette (at least five). AC 1.2 What can/can't be shared (at least five each).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783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2057400"/>
            <a:ext cx="548640" cy="54864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2" name="Image 1" descr="/home/claude/wb/ppt-kit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403" y="21287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20391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040880" y="23317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to respond when things go wrong online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355080" y="29260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Scenarios where things go wrong. AC 2.2 Impact, support, and what to say.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8" name="Image 2" descr="/home/claude/wb/ppt-kit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50616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44165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47091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set own safety settings on a chat application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3035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Update your own settings. AC 3.2 Review why they're appropriate.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80760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55080" y="4434840"/>
            <a:ext cx="548640" cy="54864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4" name="Image 3" descr="/home/claude/wb/ppt-kit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403" y="4506163"/>
            <a:ext cx="405994" cy="40599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40880" y="44165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040880" y="47091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use online platforms appropriately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355080" y="53035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Assess your own use. AC 4.2 Impact on other users.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Online Platforms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Netiquette — good manners online — and knowing what should and shouldn't be shared.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1.1, 1.2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/ 1.2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Netiquette and Safe Sharing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Don't type in all capitals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 before you post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Respect others' opinions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Don't share others' content without permission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00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appropriate language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DECE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NOT SHARE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Home address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Phone number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611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School timetable / routine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Financial details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800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Passwords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·  1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message online that upsets you. What should you do first?</a:t>
            </a:r>
            <a:endParaRPr lang="en-US" sz="2200" dirty="0"/>
          </a:p>
        </p:txBody>
      </p:sp>
      <p:sp>
        <p:nvSpPr>
          <p:cNvPr id="5" name="Shape 3">
            <a:hlinkClick r:id="rId1" tooltip="" action="ppaction://hlinksldjump"/>
          </p:cNvPr>
          <p:cNvSpPr/>
          <p:nvPr/>
        </p:nvSpPr>
        <p:spPr>
          <a:xfrm>
            <a:off x="548640" y="25146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hlinkClick r:id="rId2" tooltip="" action="ppaction://hlinksldjump"/>
          </p:cNvPr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7" name="Text 5">
            <a:hlinkClick r:id="rId3" tooltip="" action="ppaction://hlinksldjump"/>
          </p:cNvPr>
          <p:cNvSpPr txBox="1"/>
          <p:nvPr/>
        </p:nvSpPr>
        <p:spPr>
          <a:xfrm>
            <a:off x="749808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500" dirty="0"/>
          </a:p>
        </p:txBody>
      </p:sp>
      <p:sp>
        <p:nvSpPr>
          <p:cNvPr id="8" name="Text 6">
            <a:hlinkClick r:id="rId4" tooltip="" action="ppaction://hlinksldjump"/>
          </p:cNvPr>
          <p:cNvSpPr txBox="1"/>
          <p:nvPr/>
        </p:nvSpPr>
        <p:spPr>
          <a:xfrm>
            <a:off x="1325880" y="25146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Reply angrily</a:t>
            </a:r>
            <a:endParaRPr lang="en-US" sz="1450" dirty="0"/>
          </a:p>
        </p:txBody>
      </p:sp>
      <p:sp>
        <p:nvSpPr>
          <p:cNvPr id="9" name="Shape 7">
            <a:hlinkClick r:id="rId5" tooltip="" action="ppaction://hlinksldjump"/>
          </p:cNvPr>
          <p:cNvSpPr/>
          <p:nvPr/>
        </p:nvSpPr>
        <p:spPr>
          <a:xfrm>
            <a:off x="548640" y="32004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hlinkClick r:id="rId6" tooltip="" action="ppaction://hlinksldjump"/>
          </p:cNvPr>
          <p:cNvSpPr/>
          <p:nvPr/>
        </p:nvSpPr>
        <p:spPr>
          <a:xfrm>
            <a:off x="749808" y="32826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1" name="Text 9">
            <a:hlinkClick r:id="rId7" tooltip="" action="ppaction://hlinksldjump"/>
          </p:cNvPr>
          <p:cNvSpPr txBox="1"/>
          <p:nvPr/>
        </p:nvSpPr>
        <p:spPr>
          <a:xfrm>
            <a:off x="749808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500" dirty="0"/>
          </a:p>
        </p:txBody>
      </p:sp>
      <p:sp>
        <p:nvSpPr>
          <p:cNvPr id="12" name="Text 10">
            <a:hlinkClick r:id="rId8" tooltip="" action="ppaction://hlinksldjump"/>
          </p:cNvPr>
          <p:cNvSpPr txBox="1"/>
          <p:nvPr/>
        </p:nvSpPr>
        <p:spPr>
          <a:xfrm>
            <a:off x="1325880" y="32004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Screenshot it and tell a trusted adult</a:t>
            </a:r>
            <a:endParaRPr lang="en-US" sz="1450" dirty="0"/>
          </a:p>
        </p:txBody>
      </p:sp>
      <p:sp>
        <p:nvSpPr>
          <p:cNvPr id="13" name="Shape 11">
            <a:hlinkClick r:id="rId9" tooltip="" action="ppaction://hlinksldjump"/>
          </p:cNvPr>
          <p:cNvSpPr/>
          <p:nvPr/>
        </p:nvSpPr>
        <p:spPr>
          <a:xfrm>
            <a:off x="548640" y="38862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hlinkClick r:id="rId10" tooltip="" action="ppaction://hlinksldjump"/>
          </p:cNvPr>
          <p:cNvSpPr/>
          <p:nvPr/>
        </p:nvSpPr>
        <p:spPr>
          <a:xfrm>
            <a:off x="749808" y="39684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5" name="Text 13">
            <a:hlinkClick r:id="rId11" tooltip="" action="ppaction://hlinksldjump"/>
          </p:cNvPr>
          <p:cNvSpPr txBox="1"/>
          <p:nvPr/>
        </p:nvSpPr>
        <p:spPr>
          <a:xfrm>
            <a:off x="74980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500" dirty="0"/>
          </a:p>
        </p:txBody>
      </p:sp>
      <p:sp>
        <p:nvSpPr>
          <p:cNvPr id="16" name="Text 14">
            <a:hlinkClick r:id="rId12" tooltip="" action="ppaction://hlinksldjump"/>
          </p:cNvPr>
          <p:cNvSpPr txBox="1"/>
          <p:nvPr/>
        </p:nvSpPr>
        <p:spPr>
          <a:xfrm>
            <a:off x="1325880" y="38862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Ignore it and delete your whole account</a:t>
            </a:r>
            <a:endParaRPr lang="en-US" sz="1450" dirty="0"/>
          </a:p>
        </p:txBody>
      </p:sp>
      <p:sp>
        <p:nvSpPr>
          <p:cNvPr id="17" name="Shape 15">
            <a:hlinkClick r:id="rId13" tooltip="" action="ppaction://hlinksldjump"/>
          </p:cNvPr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hlinkClick r:id="rId14" tooltip="" action="ppaction://hlinksldjump"/>
          </p:cNvPr>
          <p:cNvSpPr/>
          <p:nvPr/>
        </p:nvSpPr>
        <p:spPr>
          <a:xfrm>
            <a:off x="749808" y="46542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9" name="Text 17">
            <a:hlinkClick r:id="rId15" tooltip="" action="ppaction://hlinksldjump"/>
          </p:cNvPr>
          <p:cNvSpPr txBox="1"/>
          <p:nvPr/>
        </p:nvSpPr>
        <p:spPr>
          <a:xfrm>
            <a:off x="749808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500" dirty="0"/>
          </a:p>
        </p:txBody>
      </p:sp>
      <p:sp>
        <p:nvSpPr>
          <p:cNvPr id="20" name="Text 18">
            <a:hlinkClick r:id="rId16" tooltip="" action="ppaction://hlinksldjump"/>
          </p:cNvPr>
          <p:cNvSpPr txBox="1"/>
          <p:nvPr/>
        </p:nvSpPr>
        <p:spPr>
          <a:xfrm>
            <a:off x="1325880" y="45720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 it with everyone you know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3" name="Image 0" descr="/home/claude/wb/ppt-ki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evidence and telling someone you trust is the safe first step — you can decide what to do next together.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905756" y="48463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4905756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/home/claude/wb/ppt-kit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quite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evidence (a screenshot) and telling a trusted adult is the safest first step — it keeps a record and gets you support before deciding what to do next.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35798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35798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Try Again</a:t>
            </a:r>
            <a:endParaRPr lang="en-US" sz="1400" dirty="0"/>
          </a:p>
        </p:txBody>
      </p:sp>
      <p:sp>
        <p:nvSpPr>
          <p:cNvPr id="9" name="Shape 6">
            <a:hlinkClick r:id="rId4" tooltip="" action="ppaction://hlinksldjump"/>
          </p:cNvPr>
          <p:cNvSpPr/>
          <p:nvPr/>
        </p:nvSpPr>
        <p:spPr>
          <a:xfrm>
            <a:off x="63230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>
            <a:hlinkClick r:id="rId5" tooltip="" action="ppaction://hlinksldjump"/>
          </p:cNvPr>
          <p:cNvSpPr txBox="1"/>
          <p:nvPr/>
        </p:nvSpPr>
        <p:spPr>
          <a:xfrm>
            <a:off x="63230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 →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·  2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these is generally safe to share on a public profile?</a:t>
            </a:r>
            <a:endParaRPr lang="en-US" sz="2200" dirty="0"/>
          </a:p>
        </p:txBody>
      </p:sp>
      <p:sp>
        <p:nvSpPr>
          <p:cNvPr id="5" name="Shape 3">
            <a:hlinkClick r:id="rId1" tooltip="" action="ppaction://hlinksldjump"/>
          </p:cNvPr>
          <p:cNvSpPr/>
          <p:nvPr/>
        </p:nvSpPr>
        <p:spPr>
          <a:xfrm>
            <a:off x="548640" y="25146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hlinkClick r:id="rId2" tooltip="" action="ppaction://hlinksldjump"/>
          </p:cNvPr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7" name="Text 5">
            <a:hlinkClick r:id="rId3" tooltip="" action="ppaction://hlinksldjump"/>
          </p:cNvPr>
          <p:cNvSpPr txBox="1"/>
          <p:nvPr/>
        </p:nvSpPr>
        <p:spPr>
          <a:xfrm>
            <a:off x="749808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500" dirty="0"/>
          </a:p>
        </p:txBody>
      </p:sp>
      <p:sp>
        <p:nvSpPr>
          <p:cNvPr id="8" name="Text 6">
            <a:hlinkClick r:id="rId4" tooltip="" action="ppaction://hlinksldjump"/>
          </p:cNvPr>
          <p:cNvSpPr txBox="1"/>
          <p:nvPr/>
        </p:nvSpPr>
        <p:spPr>
          <a:xfrm>
            <a:off x="1325880" y="25146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 home address</a:t>
            </a:r>
            <a:endParaRPr lang="en-US" sz="1450" dirty="0"/>
          </a:p>
        </p:txBody>
      </p:sp>
      <p:sp>
        <p:nvSpPr>
          <p:cNvPr id="9" name="Shape 7">
            <a:hlinkClick r:id="rId5" tooltip="" action="ppaction://hlinksldjump"/>
          </p:cNvPr>
          <p:cNvSpPr/>
          <p:nvPr/>
        </p:nvSpPr>
        <p:spPr>
          <a:xfrm>
            <a:off x="548640" y="32004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hlinkClick r:id="rId6" tooltip="" action="ppaction://hlinksldjump"/>
          </p:cNvPr>
          <p:cNvSpPr/>
          <p:nvPr/>
        </p:nvSpPr>
        <p:spPr>
          <a:xfrm>
            <a:off x="749808" y="32826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1" name="Text 9">
            <a:hlinkClick r:id="rId7" tooltip="" action="ppaction://hlinksldjump"/>
          </p:cNvPr>
          <p:cNvSpPr txBox="1"/>
          <p:nvPr/>
        </p:nvSpPr>
        <p:spPr>
          <a:xfrm>
            <a:off x="749808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500" dirty="0"/>
          </a:p>
        </p:txBody>
      </p:sp>
      <p:sp>
        <p:nvSpPr>
          <p:cNvPr id="12" name="Text 10">
            <a:hlinkClick r:id="rId8" tooltip="" action="ppaction://hlinksldjump"/>
          </p:cNvPr>
          <p:cNvSpPr txBox="1"/>
          <p:nvPr/>
        </p:nvSpPr>
        <p:spPr>
          <a:xfrm>
            <a:off x="1325880" y="32004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 favourite hobby</a:t>
            </a:r>
            <a:endParaRPr lang="en-US" sz="1450" dirty="0"/>
          </a:p>
        </p:txBody>
      </p:sp>
      <p:sp>
        <p:nvSpPr>
          <p:cNvPr id="13" name="Shape 11">
            <a:hlinkClick r:id="rId9" tooltip="" action="ppaction://hlinksldjump"/>
          </p:cNvPr>
          <p:cNvSpPr/>
          <p:nvPr/>
        </p:nvSpPr>
        <p:spPr>
          <a:xfrm>
            <a:off x="548640" y="38862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hlinkClick r:id="rId10" tooltip="" action="ppaction://hlinksldjump"/>
          </p:cNvPr>
          <p:cNvSpPr/>
          <p:nvPr/>
        </p:nvSpPr>
        <p:spPr>
          <a:xfrm>
            <a:off x="749808" y="39684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5" name="Text 13">
            <a:hlinkClick r:id="rId11" tooltip="" action="ppaction://hlinksldjump"/>
          </p:cNvPr>
          <p:cNvSpPr txBox="1"/>
          <p:nvPr/>
        </p:nvSpPr>
        <p:spPr>
          <a:xfrm>
            <a:off x="74980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500" dirty="0"/>
          </a:p>
        </p:txBody>
      </p:sp>
      <p:sp>
        <p:nvSpPr>
          <p:cNvPr id="16" name="Text 14">
            <a:hlinkClick r:id="rId12" tooltip="" action="ppaction://hlinksldjump"/>
          </p:cNvPr>
          <p:cNvSpPr txBox="1"/>
          <p:nvPr/>
        </p:nvSpPr>
        <p:spPr>
          <a:xfrm>
            <a:off x="1325880" y="38862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 school timetable</a:t>
            </a:r>
            <a:endParaRPr lang="en-US" sz="1450" dirty="0"/>
          </a:p>
        </p:txBody>
      </p:sp>
      <p:sp>
        <p:nvSpPr>
          <p:cNvPr id="17" name="Shape 15">
            <a:hlinkClick r:id="rId13" tooltip="" action="ppaction://hlinksldjump"/>
          </p:cNvPr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hlinkClick r:id="rId14" tooltip="" action="ppaction://hlinksldjump"/>
          </p:cNvPr>
          <p:cNvSpPr/>
          <p:nvPr/>
        </p:nvSpPr>
        <p:spPr>
          <a:xfrm>
            <a:off x="749808" y="46542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9" name="Text 17">
            <a:hlinkClick r:id="rId15" tooltip="" action="ppaction://hlinksldjump"/>
          </p:cNvPr>
          <p:cNvSpPr txBox="1"/>
          <p:nvPr/>
        </p:nvSpPr>
        <p:spPr>
          <a:xfrm>
            <a:off x="749808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500" dirty="0"/>
          </a:p>
        </p:txBody>
      </p:sp>
      <p:sp>
        <p:nvSpPr>
          <p:cNvPr id="20" name="Text 18">
            <a:hlinkClick r:id="rId16" tooltip="" action="ppaction://hlinksldjump"/>
          </p:cNvPr>
          <p:cNvSpPr txBox="1"/>
          <p:nvPr/>
        </p:nvSpPr>
        <p:spPr>
          <a:xfrm>
            <a:off x="1325880" y="45720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 phone number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3" name="Image 0" descr="/home/claude/wb/ppt-ki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interests are fine to share; the others could let a stranger find or contact you.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905756" y="48463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4905756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/home/claude/wb/ppt-kit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quite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address, timetable or phone number could all let a stranger find or contact you. A general interest like a hobby is safe to share.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35798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35798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Try Again</a:t>
            </a:r>
            <a:endParaRPr lang="en-US" sz="1400" dirty="0"/>
          </a:p>
        </p:txBody>
      </p:sp>
      <p:sp>
        <p:nvSpPr>
          <p:cNvPr id="9" name="Shape 6">
            <a:hlinkClick r:id="rId4" tooltip="" action="ppaction://hlinksldjump"/>
          </p:cNvPr>
          <p:cNvSpPr/>
          <p:nvPr/>
        </p:nvSpPr>
        <p:spPr>
          <a:xfrm>
            <a:off x="63230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>
            <a:hlinkClick r:id="rId5" tooltip="" action="ppaction://hlinksldjump"/>
          </p:cNvPr>
          <p:cNvSpPr txBox="1"/>
          <p:nvPr/>
        </p:nvSpPr>
        <p:spPr>
          <a:xfrm>
            <a:off x="63230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 →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·  3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‘netiquette’ mean?</a:t>
            </a:r>
            <a:endParaRPr lang="en-US" sz="2400" dirty="0"/>
          </a:p>
        </p:txBody>
      </p:sp>
      <p:sp>
        <p:nvSpPr>
          <p:cNvPr id="5" name="Shape 3">
            <a:hlinkClick r:id="rId1" tooltip="" action="ppaction://hlinksldjump"/>
          </p:cNvPr>
          <p:cNvSpPr/>
          <p:nvPr/>
        </p:nvSpPr>
        <p:spPr>
          <a:xfrm>
            <a:off x="548640" y="25146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hlinkClick r:id="rId2" tooltip="" action="ppaction://hlinksldjump"/>
          </p:cNvPr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7" name="Text 5">
            <a:hlinkClick r:id="rId3" tooltip="" action="ppaction://hlinksldjump"/>
          </p:cNvPr>
          <p:cNvSpPr txBox="1"/>
          <p:nvPr/>
        </p:nvSpPr>
        <p:spPr>
          <a:xfrm>
            <a:off x="749808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500" dirty="0"/>
          </a:p>
        </p:txBody>
      </p:sp>
      <p:sp>
        <p:nvSpPr>
          <p:cNvPr id="8" name="Text 6">
            <a:hlinkClick r:id="rId4" tooltip="" action="ppaction://hlinksldjump"/>
          </p:cNvPr>
          <p:cNvSpPr txBox="1"/>
          <p:nvPr/>
        </p:nvSpPr>
        <p:spPr>
          <a:xfrm>
            <a:off x="1325880" y="25146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type of Wi-Fi signal</a:t>
            </a:r>
            <a:endParaRPr lang="en-US" sz="1450" dirty="0"/>
          </a:p>
        </p:txBody>
      </p:sp>
      <p:sp>
        <p:nvSpPr>
          <p:cNvPr id="9" name="Shape 7">
            <a:hlinkClick r:id="rId5" tooltip="" action="ppaction://hlinksldjump"/>
          </p:cNvPr>
          <p:cNvSpPr/>
          <p:nvPr/>
        </p:nvSpPr>
        <p:spPr>
          <a:xfrm>
            <a:off x="548640" y="32004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hlinkClick r:id="rId6" tooltip="" action="ppaction://hlinksldjump"/>
          </p:cNvPr>
          <p:cNvSpPr/>
          <p:nvPr/>
        </p:nvSpPr>
        <p:spPr>
          <a:xfrm>
            <a:off x="749808" y="32826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1" name="Text 9">
            <a:hlinkClick r:id="rId7" tooltip="" action="ppaction://hlinksldjump"/>
          </p:cNvPr>
          <p:cNvSpPr txBox="1"/>
          <p:nvPr/>
        </p:nvSpPr>
        <p:spPr>
          <a:xfrm>
            <a:off x="749808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lang="en-US" sz="1500" dirty="0"/>
          </a:p>
        </p:txBody>
      </p:sp>
      <p:sp>
        <p:nvSpPr>
          <p:cNvPr id="12" name="Text 10">
            <a:hlinkClick r:id="rId8" tooltip="" action="ppaction://hlinksldjump"/>
          </p:cNvPr>
          <p:cNvSpPr txBox="1"/>
          <p:nvPr/>
        </p:nvSpPr>
        <p:spPr>
          <a:xfrm>
            <a:off x="1325880" y="32004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Good manners and acceptable behaviour online</a:t>
            </a:r>
            <a:endParaRPr lang="en-US" sz="1450" dirty="0"/>
          </a:p>
        </p:txBody>
      </p:sp>
      <p:sp>
        <p:nvSpPr>
          <p:cNvPr id="13" name="Shape 11">
            <a:hlinkClick r:id="rId9" tooltip="" action="ppaction://hlinksldjump"/>
          </p:cNvPr>
          <p:cNvSpPr/>
          <p:nvPr/>
        </p:nvSpPr>
        <p:spPr>
          <a:xfrm>
            <a:off x="548640" y="38862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hlinkClick r:id="rId10" tooltip="" action="ppaction://hlinksldjump"/>
          </p:cNvPr>
          <p:cNvSpPr/>
          <p:nvPr/>
        </p:nvSpPr>
        <p:spPr>
          <a:xfrm>
            <a:off x="749808" y="39684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5" name="Text 13">
            <a:hlinkClick r:id="rId11" tooltip="" action="ppaction://hlinksldjump"/>
          </p:cNvPr>
          <p:cNvSpPr txBox="1"/>
          <p:nvPr/>
        </p:nvSpPr>
        <p:spPr>
          <a:xfrm>
            <a:off x="74980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endParaRPr lang="en-US" sz="1500" dirty="0"/>
          </a:p>
        </p:txBody>
      </p:sp>
      <p:sp>
        <p:nvSpPr>
          <p:cNvPr id="16" name="Text 14">
            <a:hlinkClick r:id="rId12" tooltip="" action="ppaction://hlinksldjump"/>
          </p:cNvPr>
          <p:cNvSpPr txBox="1"/>
          <p:nvPr/>
        </p:nvSpPr>
        <p:spPr>
          <a:xfrm>
            <a:off x="1325880" y="38862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privacy setting on an app</a:t>
            </a:r>
            <a:endParaRPr lang="en-US" sz="1450" dirty="0"/>
          </a:p>
        </p:txBody>
      </p:sp>
      <p:sp>
        <p:nvSpPr>
          <p:cNvPr id="17" name="Shape 15">
            <a:hlinkClick r:id="rId13" tooltip="" action="ppaction://hlinksldjump"/>
          </p:cNvPr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C9D6C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hlinkClick r:id="rId14" tooltip="" action="ppaction://hlinksldjump"/>
          </p:cNvPr>
          <p:cNvSpPr/>
          <p:nvPr/>
        </p:nvSpPr>
        <p:spPr>
          <a:xfrm>
            <a:off x="749808" y="4654296"/>
            <a:ext cx="402336" cy="402336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9" name="Text 17">
            <a:hlinkClick r:id="rId15" tooltip="" action="ppaction://hlinksldjump"/>
          </p:cNvPr>
          <p:cNvSpPr txBox="1"/>
          <p:nvPr/>
        </p:nvSpPr>
        <p:spPr>
          <a:xfrm>
            <a:off x="749808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endParaRPr lang="en-US" sz="1500" dirty="0"/>
          </a:p>
        </p:txBody>
      </p:sp>
      <p:sp>
        <p:nvSpPr>
          <p:cNvPr id="20" name="Text 18">
            <a:hlinkClick r:id="rId16" tooltip="" action="ppaction://hlinksldjump"/>
          </p:cNvPr>
          <p:cNvSpPr txBox="1"/>
          <p:nvPr/>
        </p:nvSpPr>
        <p:spPr>
          <a:xfrm>
            <a:off x="1325880" y="45720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kind of computer virus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3" name="Image 0" descr="/home/claude/wb/ppt-ki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Netiquette is about how you treat people online — the online equivalent of everyday good manners.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4905756" y="48463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4905756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/home/claude/wb/ppt-kit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48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quite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45920" y="2880360"/>
            <a:ext cx="8897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920240" y="3017520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Netiquette is about how you treat people online — the online equivalent of everyday good manners, not a technical setting.</a:t>
            </a:r>
            <a:endParaRPr lang="en-US" sz="145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35798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>
            <a:hlinkClick r:id="rId3" tooltip="" action="ppaction://hlinksldjump"/>
          </p:cNvPr>
          <p:cNvSpPr txBox="1"/>
          <p:nvPr/>
        </p:nvSpPr>
        <p:spPr>
          <a:xfrm>
            <a:off x="35798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Try Again</a:t>
            </a:r>
            <a:endParaRPr lang="en-US" sz="1400" dirty="0"/>
          </a:p>
        </p:txBody>
      </p:sp>
      <p:sp>
        <p:nvSpPr>
          <p:cNvPr id="9" name="Shape 6">
            <a:hlinkClick r:id="rId4" tooltip="" action="ppaction://hlinksldjump"/>
          </p:cNvPr>
          <p:cNvSpPr/>
          <p:nvPr/>
        </p:nvSpPr>
        <p:spPr>
          <a:xfrm>
            <a:off x="6323076" y="48463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>
            <a:hlinkClick r:id="rId5" tooltip="" action="ppaction://hlinksldjump"/>
          </p:cNvPr>
          <p:cNvSpPr txBox="1"/>
          <p:nvPr/>
        </p:nvSpPr>
        <p:spPr>
          <a:xfrm>
            <a:off x="6323076" y="4846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 Answer  →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2.1–2.2 / 3.1–3.2 / 4.1–4.2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Things Go Wrong — and Staying in Control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1278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scenarios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5000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Unkind messages, unwanted contact, being pressured, seeing something upsetting — knowing the impact on everyone involved, including the person who did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4079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31012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own safety settings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63016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chat application, update its privacy/safety settings, and be ready to explain why those choices suit your own use.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68812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59028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your impact on others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91032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before checking, tagging someone without asking, or piling onto a post can affect other users — not just you.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7845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8288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Netiquette, and what should and shouldn't be shared online.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60604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606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606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respond when things go wrong online.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3832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383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3832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and review your own safety settings.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1605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4160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828800" y="41605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own use of platforms can affect other people.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22960" y="521208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97280" y="521208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HD22CY028.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2026-09-26T11:02:00Z</dcterms:created>
  <dcterms:modified xsi:type="dcterms:W3CDTF">2026-09-26T11:02:00Z</dcterms:modified>
</cp:coreProperties>
</file>