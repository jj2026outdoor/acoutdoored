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Anger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HB31CY011  •  Level One  •  1 Credit  •  9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Understand how emotions can affect behaviour</a:t>
            </a:r>
          </a:p>
          <a:p>
            <a:pPr>
              <a:defRPr sz="2000"/>
            </a:pPr>
            <a:r>
              <a:t>LO2: Know how anger can affect society</a:t>
            </a:r>
          </a:p>
          <a:p>
            <a:pPr>
              <a:defRPr sz="2000"/>
            </a:pPr>
            <a:r>
              <a:t>LO3: Understand biological changes in relation to anger</a:t>
            </a:r>
          </a:p>
          <a:p>
            <a:pPr>
              <a:defRPr sz="2000"/>
            </a:pPr>
            <a:r>
              <a:t>LO4: Be able to use an anger management technique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Understand how emotions can affect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Identify a range of your own personal emotions that you have experienced, and describe the behaviour that resulted from each.</a:t>
            </a:r>
          </a:p>
          <a:p>
            <a:pPr lvl="1">
              <a:defRPr sz="1600"/>
            </a:pPr>
            <a:r>
              <a:t>Give at least three emotions.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Know how anger can affect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Identify examples of when anger has been used positively and negatively in society.</a:t>
            </a:r>
          </a:p>
          <a:p>
            <a:pPr lvl="1">
              <a:defRPr sz="1600"/>
            </a:pPr>
            <a:r>
              <a:t>Cover: positive, negative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Understand biological changes in relation to 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Identify a range of biological changes that happen internally and externally when a person becomes angry.</a:t>
            </a:r>
          </a:p>
          <a:p>
            <a:pPr lvl="1">
              <a:defRPr sz="1600"/>
            </a:pPr>
            <a:r>
              <a:t>Give at least three changes altogether — some inside the body and some outside.</a:t>
            </a:r>
          </a:p>
          <a:p>
            <a:pPr lvl="1">
              <a:defRPr sz="1600"/>
            </a:pPr>
            <a:r>
              <a:t>Cover: internal, external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LO4: Be able to use an anger management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4.1: Identify at least ten techniques for controlling anger (AC 4.1 requires a minimum of ten).</a:t>
            </a:r>
          </a:p>
          <a:p>
            <a:pPr lvl="1">
              <a:defRPr sz="1600"/>
            </a:pPr>
            <a:r>
              <a:t>At least 10</a:t>
            </a:r>
          </a:p>
          <a:p>
            <a:pPr>
              <a:defRPr sz="2000"/>
            </a:pPr>
            <a:r>
              <a:t>AC 4.2: Describe how you used one of the techniques above in a simulated setting (e.g. role play), and how it worked for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Assertive: Expressing feelings and needs clearly and respectfully, without being aggressive or passive.</a:t>
            </a:r>
          </a:p>
          <a:p>
            <a:pPr>
              <a:defRPr sz="2000"/>
            </a:pPr>
            <a:r>
              <a:t>Trigger: An event, situation or thought that causes an emotional reaction such as anger.</a:t>
            </a:r>
          </a:p>
          <a:p>
            <a:pPr>
              <a:defRPr sz="2000"/>
            </a:pPr>
            <a:r>
              <a:t>Adrenaline: A hormone released by the body during stress or anger that increases heart rate and energy.</a:t>
            </a:r>
          </a:p>
          <a:p>
            <a:pPr>
              <a:defRPr sz="2000"/>
            </a:pPr>
            <a:r>
              <a:t>De-escalation: Actions or techniques used to reduce the intensity of a tense or angry situation.</a:t>
            </a:r>
          </a:p>
          <a:p>
            <a:pPr>
              <a:defRPr sz="2000"/>
            </a:pPr>
            <a:r>
              <a:t>Passive behaviour: Avoiding expressing feelings or needs, often leading to feelings being bottled up.</a:t>
            </a:r>
          </a:p>
          <a:p>
            <a:pPr>
              <a:defRPr sz="2000"/>
            </a:pPr>
            <a:r>
              <a:t>Aggressive behaviour: Expressing feelings in a way that disregards or harms others, e.g. shouting or threats.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Physiological: Relating to the body's physical functions, e.g. heart rate, breathing, muscle tension.</a:t>
            </a:r>
          </a:p>
          <a:p>
            <a:pPr>
              <a:defRPr sz="2000"/>
            </a:pPr>
            <a:r>
              <a:t>Coping strategy: A technique or action used to manage a difficult emotion or situation.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