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BTEC LEVEL 1 INTRODUCTORY  ·  PUBLIC SERVICES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423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PS6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2971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Fitness Testing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Guided Learning Hours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7548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E4A80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5212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take part in fitness testing activities required for different public services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47548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E4A80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92240" y="5212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review participation in fitness testing activities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learning aims, six assessment criteria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52704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— Plan &amp; take part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8328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outline plan; appropriate skills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7220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A.M1 detailed plan; effective skills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152704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A.D1 accurate plan; confident skills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94436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B — Recording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8328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B.P2 appropriate recording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17220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B.M2 effective, accurate recording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61120" y="29443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B.D2 confident recording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2519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36168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B — Reviewing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8328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B.P3 identify own fitness levels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B.M3 accurate review vs requirements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961120" y="436168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B.D3 confident review + recommendations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Fitness Testing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Take Part in Fitness Testing Activities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0" y="3977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A.P1  ·  A.M1  ·  A.D1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and Fitness Requirements by Service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E8EEF7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801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services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023360" y="1280160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and rescue, police, ambulance, coastguard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30428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E8EEF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395728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services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2395728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Navy, Royal Marines, Army, Royal Air Force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41985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E8EEF7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511296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services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023360" y="3511296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 Prison Service, Mountain Rescue, RNLI, St John Ambulance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626864"/>
            <a:ext cx="11064240" cy="1280160"/>
          </a:xfrm>
          <a:prstGeom prst="roundRect">
            <a:avLst>
              <a:gd name="adj" fmla="val 4286"/>
            </a:avLst>
          </a:prstGeom>
          <a:solidFill>
            <a:srgbClr val="F0FDF4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764024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requirements commonly checked: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5129784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fat percentage   ·   Lung capacity   ·   Blood pressure   ·   Body Mass Index (BMI)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1 — Health and Fitness Requirements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a Fitness Activity Plan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needs three phases, in this order.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3E6BA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8288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Warm-up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stretching, pulse raiser, skill familiarisation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22952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18288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Main part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572000" y="237744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fitness development activity itself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8A9AAF"/>
          </a:solidFill>
          <a:ln/>
        </p:spPr>
      </p:sp>
      <p:sp>
        <p:nvSpPr>
          <p:cNvPr id="14" name="Text 11"/>
          <p:cNvSpPr/>
          <p:nvPr/>
        </p:nvSpPr>
        <p:spPr>
          <a:xfrm>
            <a:off x="8366760" y="18288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Cool-down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366760" y="237744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 and recovery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3886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plan for: frequency (how often)  ·  intensity (how hard)  ·  duration (how long)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EEF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that influence fitness: nutrition, hydration, sleep, exercise levels, smoking, alcohol.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2 — Planning Personal Fitness Testing Activities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Tests Used by Public Services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8EEF7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32588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services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840480" y="132588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lift, Jerry can carry, 1.5 mile run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8EEF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3317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23317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Bleep test (multi-stage fitness test), dynamic strength test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8EEF7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3375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and rescue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840480" y="333756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climb, casualty evacuation, equipment carry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2519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8EEF7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3434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 Prison Service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40480" y="434340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Aerobic run, grip strength, seated bench press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530352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36752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monitoring tests:  </a:t>
            </a:r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height, weight, body fat %, lung capacity, blood pressure, heart rate, BMI.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3 — Types of Fitness and Health Monitoring Tests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Review Participation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840480" y="3977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B.P2  ·  B.M2  ·  B.D2  ·  B.P3  ·  B.M3  ·  B.D3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B.P2/3 · B.M2/3 · B.D2/3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and Reviewing Your Results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results well means: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terminology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units (secs, m, kg, mmHg)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appropriate template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level of detail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0972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E8EEF7"/>
          </a:solidFill>
          <a:ln/>
        </p:spPr>
      </p:sp>
      <p:sp>
        <p:nvSpPr>
          <p:cNvPr id="12" name="Text 9"/>
          <p:cNvSpPr/>
          <p:nvPr/>
        </p:nvSpPr>
        <p:spPr>
          <a:xfrm>
            <a:off x="644652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your performance means: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46520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Self-evaluation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22402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your own results honestly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46520" y="3200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peers or your tutor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37947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conclusions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4652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actually shows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46520" y="4754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improvements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46520" y="51206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Realistic, specific next steps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5-6 — Recording and Reviewing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— Key Terms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560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Mass Index — a measure of body fat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63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capacity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75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amount of air the lungs can hold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Aerobic exercise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560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exercise using oxygen for energy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63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Bleep test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75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fitness test for aerobic capacity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560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 and pulse-raising before exercise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Cool-down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75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 and recovery after exercise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60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a session is carried out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63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275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hard a session is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560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session lasts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63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Self-evaluation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275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your own performance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PS6TakingPartFitnessTestingDigital.html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fitness testing, take part, record your results, and review your performance.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2026-07-25T07:17:31Z</dcterms:created>
  <dcterms:modified xsi:type="dcterms:W3CDTF">2026-07-25T07:17:31Z</dcterms:modified>
</cp:coreProperties>
</file>