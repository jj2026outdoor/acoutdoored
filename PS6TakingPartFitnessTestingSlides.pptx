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9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005840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BTEC LEVEL 1 INTRODUCTORY  ·  PUBLIC SERVICES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2423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PS6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29718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Part in Fitness Testing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Guided Learning Hours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484632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E4A80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9834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53035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take part in fitness testing activities required for different public services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484632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E4A80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49834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92240" y="53035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review participation in fitness testing activities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learning aims, six assessment criteria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8EEF7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527048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 — Plan &amp; take part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383280" y="152704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A.P1 outline plan; appropriate skills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72200" y="152704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A.M1 detailed plan; effective skills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61120" y="152704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A.D1 accurate plan; confident skills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8EEF7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944368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B — Recording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383280" y="294436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B.P2 appropriate recording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72200" y="294436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B.M2 effective, accurate recording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961120" y="294436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B.D2 confident recording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25196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8EEF7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361688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B — Reviewing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83280" y="436168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B.P3 identify own fitness levels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72200" y="436168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B.M3 accurate review vs requirements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961120" y="436168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B.D3 confident review + recommendations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Part in Fitness Testing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95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26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3840480" y="23774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0" y="292608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Take Part in Fitness Testing Activities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840480" y="39776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A.P1  ·  A.M1  ·  A.D1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418320" y="274320"/>
            <a:ext cx="242316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4" name="Text 1"/>
          <p:cNvSpPr/>
          <p:nvPr/>
        </p:nvSpPr>
        <p:spPr>
          <a:xfrm>
            <a:off x="9418320" y="2743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A.P1 · A.M1 · A.D1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2004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Public Services Fitness-Test at All?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isn't a hurdle for its own sake — it's evidence a recruit can do the job safely.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8EEF7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801368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protection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840480" y="1801368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firefighter who can't carry a casualty down a ladder, or an officer who can't restrain a suspect safely, puts other people at risk — not just themselves.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10896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8EEF7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218688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Self-protection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840480" y="3218688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demanding roles carry injury risk. Minimum fitness standards exist to reduce that risk for the person doing the job.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8EEF7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636008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Evidence-based, not arbitrary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840480" y="4636008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like the police bleep test level are set from research into what the job actually demands — not picked as an arbitrary hurdle.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7" name="Text 14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PS6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1 — Health and Fitness Requirements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418320" y="274320"/>
            <a:ext cx="242316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4" name="Text 1"/>
          <p:cNvSpPr/>
          <p:nvPr/>
        </p:nvSpPr>
        <p:spPr>
          <a:xfrm>
            <a:off x="9418320" y="2743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A.P1 · A.M1 · A.D1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and Fitness Requirements by Service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8EEF7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2801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services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023360" y="1280160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and rescue, police, ambulance, coastguard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304288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8EEF7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39572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services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023360" y="2395728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Navy, Royal Marines, Army, Royal Air Force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419856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8EEF7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511296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services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023360" y="3511296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 Prison Service, Mountain Rescue, RNLI, St John Ambulance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626864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0FDF4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76402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requirements commonly checked: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" y="512978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fat percentage   ·   Lung capacity   ·   Blood pressure   ·   Body Mass Index (BMI)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PS6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1 — Health and Fitness Requirements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418320" y="274320"/>
            <a:ext cx="242316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4" name="Text 1"/>
          <p:cNvSpPr/>
          <p:nvPr/>
        </p:nvSpPr>
        <p:spPr>
          <a:xfrm>
            <a:off x="9418320" y="2743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A.P1 · A.M1 · A.D1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a Fitness Activity Plan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has a physiological job to do — this is why the order matters.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3E6BA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6916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Warm-up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19456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heart rate and blood flow to muscles gradually. Skipping it means asking cold muscles for maximum effort — a leading cause of strains.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4630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122952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0" y="16916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Main part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572000" y="219456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fitness development or testing activity itself, at the intensity the test or training actually requires.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0" y="14630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8A9AAF"/>
          </a:solidFill>
          <a:ln/>
        </p:spPr>
      </p:sp>
      <p:sp>
        <p:nvSpPr>
          <p:cNvPr id="14" name="Text 11"/>
          <p:cNvSpPr/>
          <p:nvPr/>
        </p:nvSpPr>
        <p:spPr>
          <a:xfrm>
            <a:off x="8366760" y="16916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Cool-down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366760" y="219456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heart rate down gradually and helps clear lactic acid — stopping dead after hard effort can cause dizziness or fainting.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4069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plan for: frequency (how often)  ·  intensity (how hard)  ·  duration (how long)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61772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E8EEF7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that influence fitness: nutrition, hydration, sleep, exercise levels, smoking, alcohol.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PS6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2 — Planning Personal Fitness Testing Activities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27432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E40AF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274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82296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Sarah Met the Standard?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8EEF7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691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The Police multi-stage fitness test (bleep test) entry standard is level 5.4. Sarah completes the test and reaches level 6.2 before stopping.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12700">
            <a:solidFill>
              <a:srgbClr val="D4D4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8346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Find the standard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0" y="283464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required level for this test is 5.4.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6576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12700">
            <a:solidFill>
              <a:srgbClr val="D4D4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7490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Find the result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840480" y="374904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actual result is level 6.2 — higher than 5.4.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45720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12700">
            <a:solidFill>
              <a:srgbClr val="D4D4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6634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Compare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840480" y="466344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is higher than 5.4, so Sarah has met the minimum standard, with room above it.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623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Sarah passed. Compare your own results to the standard the same way in your workbook: find the standard, find your result, compare.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PS6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1 — Applying a Fitness Standard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418320" y="274320"/>
            <a:ext cx="242316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4" name="Text 1"/>
          <p:cNvSpPr/>
          <p:nvPr/>
        </p:nvSpPr>
        <p:spPr>
          <a:xfrm>
            <a:off x="9418320" y="2743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A.P1 · A.M1 · A.D1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Tests Used by Public Services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8EEF7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3258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services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40480" y="132588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lift, Jerry can carry, 1.5 mile run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8EEF7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3317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840480" y="233172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Bleep test (multi-stage fitness test), dynamic strength test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2461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8EEF7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3375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and rescue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840480" y="333756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climb, casualty evacuation, equipment carry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2519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8EEF7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3434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 Prison Service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840480" y="434340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Aerobic run, grip strength, seated bench press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53035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536752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monitoring tests:  </a:t>
            </a:r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height, weight, body fat %, lung capacity, blood pressure, heart rate, BMI.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3 — Types of Fitness and Health Monitoring Tests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95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26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3840480" y="23774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0" y="292608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Review Participation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840480" y="39776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B.P2  ·  B.M2  ·  B.D2  ·  B.P3  ·  B.M3  ·  B.D3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418320" y="274320"/>
            <a:ext cx="242316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4" name="Text 1"/>
          <p:cNvSpPr/>
          <p:nvPr/>
        </p:nvSpPr>
        <p:spPr>
          <a:xfrm>
            <a:off x="9418320" y="2743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B.P2/3 · B.M2/3 · B.D2/3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and Reviewing Your Results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results well means: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terminology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057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units (secs, m, kg, mmHg)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560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appropriate template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063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level of detail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200" y="109728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E8EEF7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your performance means: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4652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Self-evaluation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46520" y="22402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your own results honestly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46520" y="2834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46520" y="32004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peers or your tutor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46520" y="3794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conclusions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46520" y="4160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actually shows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46520" y="4754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improvements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46520" y="5120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Realistic, specific next steps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2" name="Text 19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PS6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5-6 — Recording and Reviewing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27432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E40AF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274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82296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Review — James and the 1.5 Mile Run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8EEF7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6276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recorded a 1.5 mile run time of 11:45. The Army entry standard is 10:30.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57860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Self-evaluation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74720" y="2578608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didn't reach the standard — I was 1:15 slower than the 10:30 target. My pace dropped a lot in the last 400m.”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65760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76732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conclusion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74720" y="3767328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problem isn't top speed — it's stamina holding pace over the full distance. I went off too fast in the first 400m.”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84632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95604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an improvement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74720" y="4956048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“I'll add one interval session a week (400m repeats) and practise even pacing, then retest in four weeks.”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608076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0FDF4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615391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 </a:t>
            </a:r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doesn't just say what happened — he explains why, and gives a specific, realistic next step. That's the difference between Pass and Distinction.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PS6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6 — Model Review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— Key Terms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161288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EEF7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1161288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560320" y="1161288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Mass Index — a measure of body fat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63640" y="1161288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EEF7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0" y="1161288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capacity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75320" y="1161288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of air the lungs can hold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947672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F7F9FC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1947672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Aerobic exercise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60320" y="1947672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exercise using oxygen for energy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1947672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F7F9FC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1947672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Bleep test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75320" y="1947672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fitness test for aerobic capacity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734056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EEF7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2734056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560320" y="2734056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Stretching and pulse-raising before exercise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63640" y="2734056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EEF7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0" y="2734056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Cool-down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75320" y="2734056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Stretching and recovery after exercise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520440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F7F9FC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3520440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60320" y="3520440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a session is carried out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63640" y="3520440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F7F9FC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0" y="3520440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275320" y="3520440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hard a session is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8640" y="4306824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EEF7"/>
          </a:solidFill>
          <a:ln/>
        </p:spPr>
      </p:sp>
      <p:sp>
        <p:nvSpPr>
          <p:cNvPr id="29" name="Text 26"/>
          <p:cNvSpPr/>
          <p:nvPr/>
        </p:nvSpPr>
        <p:spPr>
          <a:xfrm>
            <a:off x="685800" y="4306824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560320" y="4306824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a session lasts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63640" y="4306824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EEF7"/>
          </a:solidFill>
          <a:ln/>
        </p:spPr>
      </p:sp>
      <p:sp>
        <p:nvSpPr>
          <p:cNvPr id="32" name="Text 29"/>
          <p:cNvSpPr/>
          <p:nvPr/>
        </p:nvSpPr>
        <p:spPr>
          <a:xfrm>
            <a:off x="6400800" y="4306824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Self-evaluation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275320" y="4306824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your own performance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5" name="Text 32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PS6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Summary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9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005840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377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Digital Workbook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3794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PS6TakingPartFitnessTestingDigital.html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343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fitness testing, take part, record your results, and review your performance.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2026-07-26T22:04:32Z</dcterms:created>
  <dcterms:modified xsi:type="dcterms:W3CDTF">2026-07-26T22:04:32Z</dcterms:modified>
</cp:coreProperties>
</file>