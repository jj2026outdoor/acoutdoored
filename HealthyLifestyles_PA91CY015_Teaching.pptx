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0" y="914400"/>
            <a:ext cx="1371600" cy="960120"/>
          </a:xfrm>
          <a:prstGeom prst="rect">
            <a:avLst/>
          </a:prstGeom>
        </p:spPr>
      </p:pic>
      <p:pic>
        <p:nvPicPr>
          <p:cNvPr id="3" name="Image 1" descr="/home/claude/assets/Agored_Reversed_transpar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65960"/>
            <a:ext cx="2743200" cy="594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</a:t>
            </a:r>
            <a:endParaRPr lang="en-US" sz="4400" dirty="0"/>
          </a:p>
        </p:txBody>
      </p:sp>
      <p:sp>
        <p:nvSpPr>
          <p:cNvPr id="5" name="Text 1"/>
          <p:cNvSpPr/>
          <p:nvPr/>
        </p:nvSpPr>
        <p:spPr>
          <a:xfrm>
            <a:off x="914400" y="365760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Agored Cymru Level 2 PSE  •  PA91CY015  •  Level One  •  1 Credit  •  9 GLH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914400" y="603504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D9C6C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Brynllywarch Hall School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than just diet and exercise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healthy lifestyle covers your body and your mind — diet, activity, emotional wellbeing and stress all connect.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92240" y="146304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6" name="Text 4"/>
          <p:cNvSpPr/>
          <p:nvPr/>
        </p:nvSpPr>
        <p:spPr>
          <a:xfrm>
            <a:off x="6675120" y="146304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498080" y="146304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 key terms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92240" y="251460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9" name="Text 7"/>
          <p:cNvSpPr/>
          <p:nvPr/>
        </p:nvSpPr>
        <p:spPr>
          <a:xfrm>
            <a:off x="6675120" y="251460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0" y="251460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components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92240" y="356616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356616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498080" y="356616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the impacts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92240" y="4617720"/>
            <a:ext cx="51206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5" name="Text 13"/>
          <p:cNvSpPr/>
          <p:nvPr/>
        </p:nvSpPr>
        <p:spPr>
          <a:xfrm>
            <a:off x="6675120" y="4617720"/>
            <a:ext cx="822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498080" y="4617720"/>
            <a:ext cx="3931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 where to get support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8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9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terms worth knowing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Choices and habits that support your physical and mental health.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26480" y="164592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Emotional wellbeing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you feel and cope, day to day.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Balanced diet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2296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Eating the right mix of food groups, in the right amounts.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3794760"/>
            <a:ext cx="5349240" cy="1920240"/>
          </a:xfrm>
          <a:prstGeom prst="roundRect">
            <a:avLst>
              <a:gd name="adj" fmla="val 3810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393192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4434840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body's response to pressure, physical or emotional.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It Your Way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write a one-sentence definition for each of the four terms from the previous slide, in your own words.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definitions — did you focus on the same things?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agree on a shared definition for each term to use for the rest of the unit.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five food groups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Carbohydrates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Fruit and vegetables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Dairy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Fats and sugars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 a Balanced Day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plan a day's meals that includes something from each of the five food groups.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 three physical activities you could realistically fit into that same day (e.g. walking to school, PE, cycling).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compare plans — is there anything you'd swap after seeing your partner's ideas?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lifestyle affects wellbeing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activity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0" y="164592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Releases endorphins, improves sleep, and reduces stress and anxiety.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310896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0896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Work/life balance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0" y="310896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burnout and protects time for relationships and rest.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45720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57200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Stress (unmanaged)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0" y="4572000"/>
            <a:ext cx="768096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 affect sleep, mood, concentration, and physical health over time.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4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5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get support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 surgery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4688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School nurse or pastoral team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48640" y="329184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9184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NHS 111 / NHS Direct Wales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411480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E8F1F3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411480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sports clubs or leisure centres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8640" y="4937760"/>
            <a:ext cx="11064240" cy="658368"/>
          </a:xfrm>
          <a:prstGeom prst="roundRect">
            <a:avLst>
              <a:gd name="adj" fmla="val 8333"/>
            </a:avLst>
          </a:prstGeom>
          <a:solidFill>
            <a:srgbClr val="F2F2EF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493776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health helplines (e.g. Meic Cymru)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5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6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4A5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8229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D9C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ACTIVITY — LO4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7899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Small Change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2286000"/>
            <a:ext cx="1078992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alone, think of two realistic changes you could make to improve your own health — nothing extreme, just realistic.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each one, note down a support agency or resource that could help.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pairs, share your changes — encourage rather than judge.</a:t>
            </a:r>
            <a:endParaRPr lang="en-US" sz="1700" dirty="0"/>
          </a:p>
          <a:p>
            <a:pPr marL="342900" indent="-342900">
              <a:spcAft>
                <a:spcPts val="1800"/>
              </a:spcAft>
              <a:buSzPct val="100000"/>
              <a:buChar char="•"/>
            </a:pPr>
            <a:r>
              <a:rPr lang="en-US" sz="17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a class, discuss: what makes a change more likely to actually stick?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6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7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4A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9436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you've covered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5448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011680" y="155448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terms defined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60604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011680" y="260604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Food groups and physical activity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365760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F2F2EF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65760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011680" y="365760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Impacts on wellbeing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48640" y="4709160"/>
            <a:ext cx="11064240" cy="868680"/>
          </a:xfrm>
          <a:prstGeom prst="roundRect">
            <a:avLst>
              <a:gd name="adj" fmla="val 8421"/>
            </a:avLst>
          </a:prstGeom>
          <a:solidFill>
            <a:srgbClr val="E8F1F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709160"/>
            <a:ext cx="10972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E7A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LO4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011680" y="4709160"/>
            <a:ext cx="9326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A2A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 agencies and personal changes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Lifestyles  •  PA91CY015  •  Level One</a:t>
            </a:r>
            <a:endParaRPr lang="en-US" sz="900" dirty="0"/>
          </a:p>
        </p:txBody>
      </p:sp>
      <p:pic>
        <p:nvPicPr>
          <p:cNvPr id="17" name="Image 0" descr="/home/claude/assets/Agored_FullColou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95560" y="6473952"/>
            <a:ext cx="777240" cy="283464"/>
          </a:xfrm>
          <a:prstGeom prst="rect">
            <a:avLst/>
          </a:prstGeom>
        </p:spPr>
      </p:pic>
      <p:pic>
        <p:nvPicPr>
          <p:cNvPr id="18" name="Image 1" descr="/home/claude/assets/BrynLogo_roun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6446520"/>
            <a:ext cx="502920" cy="35661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E7A8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BrynLogo_roun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640080"/>
            <a:ext cx="1371600" cy="9601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9202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your workbook</a:t>
            </a:r>
            <a:endParaRPr lang="en-US" sz="3200" dirty="0"/>
          </a:p>
        </p:txBody>
      </p:sp>
      <p:sp>
        <p:nvSpPr>
          <p:cNvPr id="4" name="Text 1"/>
          <p:cNvSpPr/>
          <p:nvPr/>
        </p:nvSpPr>
        <p:spPr>
          <a:xfrm>
            <a:off x="1371600" y="2743200"/>
            <a:ext cx="9418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4ED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Finish AC 1.1, 2.1, 3.1, 4.1 and 4.2 in your digital or printed workbook, then complete the Declaration page.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2026-08-22T08:21:47Z</dcterms:created>
  <dcterms:modified xsi:type="dcterms:W3CDTF">2026-08-22T08:21:47Z</dcterms:modified>
</cp:coreProperties>
</file>