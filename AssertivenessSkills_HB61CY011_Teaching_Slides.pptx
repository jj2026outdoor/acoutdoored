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ONE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Assertiveness Skills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HB61CY011  ·  CDB458  ·  1 Credit  ·  9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243938"/>
            <a:ext cx="541325" cy="5413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11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assertiveness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651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vs assertive vs passive behaviour, techniques, and their benefits.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703320"/>
            <a:ext cx="731520" cy="7315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2" name="Image 1" descr="/home/claude/wb/ppt-kit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379841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3566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73736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use assertiveness techniques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73736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using at least two techniques, and times assertiveness has helped.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Assertiveness Skills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Assertiveness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aggressive, assertive and passive behaviour — and the techniques and benefits of being assertive.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1.1, 1.2, 1.3, 1.4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Assertiveness Skills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/ 1.2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of Communicating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219456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/home/claude/wb/ppt-ki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7001" y="2295601"/>
            <a:ext cx="575158" cy="5751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200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11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Expressing yourself in a way that disregards or harms others — shouting, blaming, threatening.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828800"/>
            <a:ext cx="3611880" cy="109728"/>
          </a:xfrm>
          <a:prstGeom prst="rect">
            <a:avLst/>
          </a:prstGeom>
          <a:solidFill>
            <a:srgbClr val="3E7A8C"/>
          </a:solidFill>
          <a:ln/>
        </p:spPr>
      </p:sp>
      <p:sp>
        <p:nvSpPr>
          <p:cNvPr id="12" name="Shape 9"/>
          <p:cNvSpPr/>
          <p:nvPr/>
        </p:nvSpPr>
        <p:spPr>
          <a:xfrm>
            <a:off x="5760720" y="2194560"/>
            <a:ext cx="777240" cy="77724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3" name="Image 1" descr="/home/claude/wb/ppt-kit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61" y="2295601"/>
            <a:ext cx="575158" cy="5751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80560" y="3200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611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Expressing your thoughts, feelings and needs clearly and respectfully, while also respecting others.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82880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828800"/>
            <a:ext cx="361188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Shape 14"/>
          <p:cNvSpPr/>
          <p:nvPr/>
        </p:nvSpPr>
        <p:spPr>
          <a:xfrm>
            <a:off x="9555480" y="219456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2" descr="/home/claude/wb/ppt-kit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521" y="2295601"/>
            <a:ext cx="575158" cy="57515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75320" y="3200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3611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expressing your feelings or needs, often leading to them being ignored or bottled up.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Assertiveness Skills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type of behaviour is this?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Aggressive   ·   Assertive   ·   Passive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“Give me that back right now, you always do this!”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“I feel frustrated when this happens — can we find a way to sort it out?”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Saying nothing and going along with it, even though you're upset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Talking over other people and refusing to listen to their side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Calmly saying “no” and explaining why, without shouting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Agreeing to something you don't actually want to do, to avoid conflict</a:t>
            </a:r>
            <a:endParaRPr lang="en-US" sz="1200" dirty="0"/>
          </a:p>
        </p:txBody>
      </p:sp>
      <p:sp>
        <p:nvSpPr>
          <p:cNvPr id="12" name="Shape 10">
            <a:hlinkClick r:id="rId1" tooltip="" action="ppaction://hlinksldjump"/>
          </p:cNvPr>
          <p:cNvSpPr/>
          <p:nvPr/>
        </p:nvSpPr>
        <p:spPr>
          <a:xfrm>
            <a:off x="4539996" y="58978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>
            <a:hlinkClick r:id="rId2" tooltip="" action="ppaction://hlinksldjump"/>
          </p:cNvPr>
          <p:cNvSpPr txBox="1"/>
          <p:nvPr/>
        </p:nvSpPr>
        <p:spPr>
          <a:xfrm>
            <a:off x="4539996" y="5897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answers  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Assertiveness Skills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type of behaviour is this? —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that back right now, you always do this!”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Aggressive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feel frustrated when this happens — can we find a way to sort it out?”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Assertive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nothing and going along with it, even though you're upset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Passive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over other people and refusing to listen to their side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Aggressive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Calmly saying “no” and explaining why, without shouting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Assertive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Agreeing to something you don't actually want to do, to avoid conflict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Passive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62102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matching activity in your digital workbook — it will help with AC 1.2.</a:t>
            </a:r>
            <a:endParaRPr lang="en-US" sz="1150" dirty="0"/>
          </a:p>
        </p:txBody>
      </p:sp>
      <p:sp>
        <p:nvSpPr>
          <p:cNvPr id="12" name="Shape 10">
            <a:hlinkClick r:id="rId1" tooltip="" action="ppaction://hlinksldjump"/>
          </p:cNvPr>
          <p:cNvSpPr/>
          <p:nvPr/>
        </p:nvSpPr>
        <p:spPr>
          <a:xfrm>
            <a:off x="4905756" y="5989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>
            <a:hlinkClick r:id="rId2" tooltip="" action="ppaction://hlinksldjump"/>
          </p:cNvPr>
          <p:cNvSpPr txBox="1"/>
          <p:nvPr/>
        </p:nvSpPr>
        <p:spPr>
          <a:xfrm>
            <a:off x="4905756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Assertiveness Skills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1.3 / 1.4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Assertiveness Techniques and Their Benefits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Using ‘I’ statements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Staying calm and keeping your voice level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Setting clear boundaries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Active listening before responding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People take you more seriously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Reduces stress from bottling feelings up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611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mutual respect in relationships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Assertiveness Skills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Assertiveness Techniques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at least two techniques into practice, and reflecting on when assertiveness has helped.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2.1, 2.2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Assertiveness Skills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/ 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It Into Practice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2192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214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you used it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44144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at least two assertiveness techniques and describe a real situation where you used each one.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49940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40156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when it helped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72160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at least two experiences where assertiveness helped a situation go better than it might have.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Assertiveness Skills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aggressive, assertive and passive behaviour.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80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assertiveness techniques for yourself.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411480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097280" y="411480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HB61CY011.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2026-09-26T11:03:49Z</dcterms:created>
  <dcterms:modified xsi:type="dcterms:W3CDTF">2026-09-26T11:03:49Z</dcterms:modified>
</cp:coreProperties>
</file>