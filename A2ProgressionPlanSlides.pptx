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5720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502920"/>
            <a:ext cx="1280160" cy="777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Personal Progression Plan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Level 1 Introductory · Core Unit · 30 Guided Learning Hours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2926080" y="4114800"/>
            <a:ext cx="2743200" cy="1371600"/>
          </a:xfrm>
          <a:prstGeom prst="rect">
            <a:avLst/>
          </a:prstGeom>
          <a:solidFill>
            <a:srgbClr val="12295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292608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926080" y="4709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skills &amp; behaviours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26480" y="4114800"/>
            <a:ext cx="2743200" cy="1371600"/>
          </a:xfrm>
          <a:prstGeom prst="rect">
            <a:avLst/>
          </a:prstGeom>
          <a:solidFill>
            <a:srgbClr val="12295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12648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B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126480" y="4709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progression plan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1097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like to do when you finish this course? Further learning, an apprenticeship, or work? This unit helps you find out, plan for it, and get there.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2194560"/>
            <a:ext cx="10881360" cy="118872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2331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94560" y="23317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skills and behaviours needed to meet a personal progression goal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503920" y="2331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A.P1-2, A.M1-2, A.D1-2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657600"/>
            <a:ext cx="10881360" cy="118872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31520" y="3794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B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194560" y="379476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progression plan to meet your intended progression goal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503920" y="3794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B.P3, B.M3, B.D3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1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Personal Progression Plan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skills and behaviours needed to meet a personal progression goal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A.P1, A.M1, A.D1, A.P2, A.M2, A.D2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84080" y="960120"/>
            <a:ext cx="224028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9784080" y="960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A.P1-D1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Goals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5303520" cy="20116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goal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19659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want soon — a few weeks or months.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309360" y="1371600"/>
            <a:ext cx="5303520" cy="20116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goal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37960" y="19659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further in the future — a year or more.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3657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progression goals fall into: further learning, work, or an apprenticeship.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1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Personal Progression Plan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84080" y="960120"/>
            <a:ext cx="224028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9784080" y="960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A.P1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Out About Opportunities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3520440" cy="118872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" y="13716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251960" y="1371600"/>
            <a:ext cx="3520440" cy="118872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343400" y="13716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advisers (e.g. Careers Wales)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955280" y="1371600"/>
            <a:ext cx="3520440" cy="118872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046720" y="13716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prospectuses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743200"/>
            <a:ext cx="3520440" cy="118872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0080" y="27432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fairs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251960" y="2743200"/>
            <a:ext cx="3520440" cy="118872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43400" y="27432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Apprenticeship websites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8640" y="4206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entry requirements — the grades, experience or interview you need before you can start.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5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Personal Progression Plan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84080" y="960120"/>
            <a:ext cx="224028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9784080" y="960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A.P2-D2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Behaviours Employers Want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10881360" cy="10515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463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skills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77240" y="18288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anywhere — communication, working with others, problem solving.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10881360" cy="10515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6517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Employability skills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77240" y="30175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you get a job — IT skills, being able to drive.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10881360" cy="10515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3840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77240" y="42062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act — reliability, being on time, being trustworthy.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937760"/>
            <a:ext cx="10881360" cy="10515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5029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7724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required level of English and maths.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6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Personal Progression Plan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Self-Audit — How Do You Rate?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1371600"/>
            <a:ext cx="3520440" cy="12801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40080" y="137160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251960" y="1371600"/>
            <a:ext cx="3520440" cy="12801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343400" y="137160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others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955280" y="1371600"/>
            <a:ext cx="3520440" cy="12801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046720" y="137160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3520440" cy="12801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0080" y="283464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computer skills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51960" y="2834640"/>
            <a:ext cx="3520440" cy="12801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343400" y="283464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timekeeping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955280" y="2834640"/>
            <a:ext cx="3520440" cy="12801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046720" y="283464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864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yourself honestly on each skill, then compare with how others see you.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5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Personal Progression Plan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progression plan to meet your intended progression goal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B.P3, B.M3, B.D3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84080" y="960120"/>
            <a:ext cx="224028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9784080" y="960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B.P3-D3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Goals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1463040"/>
            <a:ext cx="2057400" cy="1828800"/>
          </a:xfrm>
          <a:prstGeom prst="rect">
            <a:avLst/>
          </a:prstGeom>
          <a:solidFill>
            <a:srgbClr val="12295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48640" y="24688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788920" y="1463040"/>
            <a:ext cx="2057400" cy="1828800"/>
          </a:xfrm>
          <a:prstGeom prst="rect">
            <a:avLst/>
          </a:prstGeom>
          <a:solidFill>
            <a:srgbClr val="12295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78892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2788920" y="24688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0" y="1463040"/>
            <a:ext cx="2057400" cy="1828800"/>
          </a:xfrm>
          <a:prstGeom prst="rect">
            <a:avLst/>
          </a:prstGeom>
          <a:solidFill>
            <a:srgbClr val="12295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02920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5029200" y="24688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269480" y="1463040"/>
            <a:ext cx="2057400" cy="1828800"/>
          </a:xfrm>
          <a:prstGeom prst="rect">
            <a:avLst/>
          </a:prstGeom>
          <a:solidFill>
            <a:srgbClr val="12295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26948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7269480" y="24688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9509760" y="1463040"/>
            <a:ext cx="2057400" cy="1828800"/>
          </a:xfrm>
          <a:prstGeom prst="rect">
            <a:avLst/>
          </a:prstGeom>
          <a:solidFill>
            <a:srgbClr val="12295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50976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9509760" y="24688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48640" y="3749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progression plan should set out: what you want, by when, and how you will get there.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0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Personal Progression Plan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91440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1298448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the next stage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251960" y="1298448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9" name="Text 5"/>
          <p:cNvSpPr/>
          <p:nvPr/>
        </p:nvSpPr>
        <p:spPr>
          <a:xfrm>
            <a:off x="434340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goal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4340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intended next step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955280" y="1298448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goal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4672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within weeks/months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084832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in a year or more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251960" y="2084832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18" name="Text 14"/>
          <p:cNvSpPr/>
          <p:nvPr/>
        </p:nvSpPr>
        <p:spPr>
          <a:xfrm>
            <a:off x="434340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34340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Measurable, Achievable, Realistic, Time-bound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955280" y="2084832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21" name="Text 17"/>
          <p:cNvSpPr/>
          <p:nvPr/>
        </p:nvSpPr>
        <p:spPr>
          <a:xfrm>
            <a:off x="804672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Apprenticeship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04672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job with training and a qualification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48640" y="2871216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skills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008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 many situations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251960" y="2871216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27" name="Text 23"/>
          <p:cNvSpPr/>
          <p:nvPr/>
        </p:nvSpPr>
        <p:spPr>
          <a:xfrm>
            <a:off x="434340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Self-audit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34340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your own skills honestly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955280" y="2871216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30" name="Text 26"/>
          <p:cNvSpPr/>
          <p:nvPr/>
        </p:nvSpPr>
        <p:spPr>
          <a:xfrm>
            <a:off x="804672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requirements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04672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before you can start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48640" y="3657600"/>
            <a:ext cx="3520440" cy="69494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3703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40080" y="4005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important step along the way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A2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Personal Progression Plan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548640"/>
            <a:ext cx="822960" cy="8229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594360"/>
            <a:ext cx="118872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 to explore your progression goal.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A2ProgressionPlanDigital.html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2026-07-23T22:26:15Z</dcterms:created>
  <dcterms:modified xsi:type="dcterms:W3CDTF">2026-07-23T22:26:15Z</dcterms:modified>
</cp:coreProperties>
</file>