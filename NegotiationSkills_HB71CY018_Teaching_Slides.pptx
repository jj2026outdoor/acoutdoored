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1F4A56"/>
                </a:solidFill>
              </a:defRPr>
            </a:pPr>
            <a:r>
              <a:t>Negotiation Skills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Agored Cymru Level 2 Certificate/Extended Certificate in Personal and Social Education</a:t>
            </a:r>
          </a:p>
          <a:p>
            <a:r>
              <a:t>Unit Code: HB71CY018  •  Level One  •  1 Credit  •  9 GLH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Unit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LO1: Understand what is meant by negotiation</a:t>
            </a:r>
          </a:p>
          <a:p>
            <a:pPr>
              <a:defRPr sz="2000"/>
            </a:pPr>
            <a:r>
              <a:t>LO2: Understand negotiation techniques</a:t>
            </a:r>
          </a:p>
          <a:p>
            <a:pPr>
              <a:defRPr sz="2000"/>
            </a:pPr>
            <a:r>
              <a:t>LO3: Be able to use negotiation techniques to reach a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LO1: Understand what is meant by negotiation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1.1: Outline what is meant by “negotiation”.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LO2: Understand negotiation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2.1: Identify a range of negotiation techniques (at least three).</a:t>
            </a:r>
          </a:p>
          <a:p>
            <a:pPr lvl="1">
              <a:defRPr sz="1600"/>
            </a:pPr>
            <a:r>
              <a:t>At least 3</a:t>
            </a:r>
          </a:p>
          <a:p>
            <a:pPr>
              <a:defRPr sz="2000"/>
            </a:pPr>
            <a:r>
              <a:t>AC 2.2: Identify a range of potential barriers that can affect the negotiation process (at least three).</a:t>
            </a:r>
          </a:p>
          <a:p>
            <a:pPr lvl="1">
              <a:defRPr sz="1600"/>
            </a:pPr>
            <a:r>
              <a:t>At least 3</a:t>
            </a:r>
          </a:p>
          <a:p>
            <a:pPr>
              <a:defRPr sz="2000"/>
            </a:pPr>
            <a:r>
              <a:t>AC 2.3: Outline how effective negotiation could influence a positive outcome.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LO3: Be able to use negotiation techniques to reach a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3.1: Describe how you used negotiation techniques to work towards a solution in a real or planned situation.</a:t>
            </a:r>
          </a:p>
          <a:p>
            <a:pPr lvl="1">
              <a:defRPr sz="1600"/>
            </a:pPr>
            <a:r>
              <a:t>Use at least three negotiation techniques.</a:t>
            </a:r>
          </a:p>
          <a:p>
            <a:pPr>
              <a:defRPr sz="2000"/>
            </a:pPr>
            <a:r>
              <a:t>AC 3.2: Identify your strengths and areas for improvement in negotiating (at least two of each).</a:t>
            </a:r>
          </a:p>
          <a:p>
            <a:pPr lvl="1">
              <a:defRPr sz="1600"/>
            </a:pPr>
            <a:r>
              <a:t>Strengths</a:t>
            </a:r>
          </a:p>
          <a:p>
            <a:pPr lvl="1">
              <a:defRPr sz="1600"/>
            </a:pPr>
            <a:r>
              <a:t>Areas for improvement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Glossary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Negotiation: A discussion between people trying to reach an agreement that works for everyone involved.</a:t>
            </a:r>
          </a:p>
          <a:p>
            <a:pPr>
              <a:defRPr sz="2000"/>
            </a:pPr>
            <a:r>
              <a:t>Compromise: Both sides giving a little to reach an agreement.</a:t>
            </a:r>
          </a:p>
          <a:p>
            <a:pPr>
              <a:defRPr sz="2000"/>
            </a:pPr>
            <a:r>
              <a:t>Common ground: Things both sides already agree on, which can be a starting point for negotiation.</a:t>
            </a:r>
          </a:p>
          <a:p>
            <a:pPr>
              <a:defRPr sz="2000"/>
            </a:pPr>
            <a:r>
              <a:t>Barrier: Something that gets in the way of reaching an agreement.</a:t>
            </a:r>
          </a:p>
          <a:p>
            <a:pPr>
              <a:defRPr sz="2000"/>
            </a:pPr>
            <a:r>
              <a:t>Win-win: An outcome where both sides feel they've gained something.</a:t>
            </a:r>
          </a:p>
          <a:p>
            <a:pPr>
              <a:defRPr sz="2000"/>
            </a:pPr>
            <a:r>
              <a:t>Concession: Something you give up or agree to in order to move a negotiation forward.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Glossary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Mediation: When a neutral third person helps both sides reach an agreement.</a:t>
            </a:r>
          </a:p>
          <a:p>
            <a:pPr>
              <a:defRPr sz="2000"/>
            </a:pPr>
            <a:r>
              <a:t>Stalemate: A situation where neither side will move, and no agreement can be reached.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Work through each Learning Outcome in your workbook.</a:t>
            </a:r>
          </a:p>
          <a:p>
            <a:pPr>
              <a:defRPr sz="2000"/>
            </a:pPr>
            <a:r>
              <a:t>Ask your tutor if you're stuck on a question.</a:t>
            </a:r>
          </a:p>
          <a:p>
            <a:pPr>
              <a:defRPr sz="2000"/>
            </a:pPr>
            <a:r>
              <a:t>Complete the Evidence and Declaration sections when finished.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