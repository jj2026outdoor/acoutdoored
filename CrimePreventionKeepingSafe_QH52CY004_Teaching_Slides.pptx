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LEVEL TWO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Prevention and Keeping Safe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QH52CY004  ·  CDJ459  ·  1 Credit  ·  9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Alcohol and the law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550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Drugs and the law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611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Anti-social behaviour (ASB)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80760" y="324612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5080" y="3611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Keeping safe online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 Domestic abuse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0760" y="46634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5508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 Help and support organisations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and Drugs, in Law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side of alcohol and drug use, and the consequences of possession and supply.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1.1, 2.1, 2.2, 2.3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/ 2.1–2.3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and Drugs — What the Law Says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laws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00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it's illegal to sell alcohol to under-18s — identify at least three laws relating to alcohol.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3622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2644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vs supply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58444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means having a drug on you; supply means providing it to someone else — the law treats them differently.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5966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49884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family and friends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1888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drug possession/supply reach beyond the individual — at least three effects on family and friends.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Anti-Social Behaviour (ASB)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ASB, the four-stage legal process that follows it, and its impact on family and community.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3.1, 3.2, 3.3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Four Stages of the ASB Legal Process in Order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very first response, to the most serious. (Anti-social Behaviour, Crime and Policing Act 2014 — applies in Wales and England.)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support and notice — council, police or youth offending teams use tools like an Acceptable Behaviour Contract or Community Protection Notice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and warning — self-help advice or a first warning letter making clear the behaviour is unacceptable and being monitored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and legal action — prosecution, a Fixed Penalty Notice, a Criminal Behaviour Order, an injunction, or a closure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892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— a second warning letter, often with a visit or discussion to look at the underlying issue and offer support</a:t>
            </a:r>
            <a:endParaRPr lang="en-US" sz="1200" dirty="0"/>
          </a:p>
        </p:txBody>
      </p:sp>
      <p:sp>
        <p:nvSpPr>
          <p:cNvPr id="14" name="Shape 12">
            <a:hlinkClick r:id="rId1" tooltip="" action="ppaction://hlinksldjump"/>
          </p:cNvPr>
          <p:cNvSpPr/>
          <p:nvPr/>
        </p:nvSpPr>
        <p:spPr>
          <a:xfrm>
            <a:off x="4539996" y="61722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>
            <a:hlinkClick r:id="rId2" tooltip="" action="ppaction://hlinksldjump"/>
          </p:cNvPr>
          <p:cNvSpPr txBox="1"/>
          <p:nvPr/>
        </p:nvSpPr>
        <p:spPr>
          <a:xfrm>
            <a:off x="4539996" y="6172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the order  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3.2 —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Stages, in Order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12064" cy="512064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and Warning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advice or a first-stage warning letter making clear the behaviour is unacceptable and being monitored.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35808"/>
            <a:ext cx="512064" cy="512064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26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warning letter, often with a visit or discussion to explore the underlying issue and offer support.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87368"/>
            <a:ext cx="512064" cy="512064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776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Support and Notice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97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Council, police or youth offending teams use formal tools — e.g. an Acceptable Behaviour Contract or Community Protection Notice.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38928"/>
            <a:ext cx="512064" cy="512064"/>
          </a:xfrm>
          <a:prstGeom prst="ellipse">
            <a:avLst/>
          </a:prstGeom>
          <a:solidFill>
            <a:srgbClr val="3E7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0292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and Legal Action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349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earlier steps fail: prosecution, a Fixed Penalty Notice, a Criminal Behaviour Order, an injunction, or a closure order.</a:t>
            </a:r>
            <a:endParaRPr lang="en-US" sz="1100" dirty="0"/>
          </a:p>
        </p:txBody>
      </p:sp>
      <p:sp>
        <p:nvSpPr>
          <p:cNvPr id="24" name="Shape 22">
            <a:hlinkClick r:id="rId1" tooltip="" action="ppaction://hlinksldjump"/>
          </p:cNvPr>
          <p:cNvSpPr/>
          <p:nvPr/>
        </p:nvSpPr>
        <p:spPr>
          <a:xfrm>
            <a:off x="4905756" y="6263640"/>
            <a:ext cx="2377440" cy="41148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>
            <a:hlinkClick r:id="rId2" tooltip="" action="ppaction://hlinksldjump"/>
          </p:cNvPr>
          <p:cNvSpPr txBox="1"/>
          <p:nvPr/>
        </p:nvSpPr>
        <p:spPr>
          <a:xfrm>
            <a:off x="4905756" y="6263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Safety and Domestic Abuse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 the internet, warning signs of an unsafe relationship, and categories of domestic abuse.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4.1–4.3, 5.1–5.3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4.1–4.3 / 5.1–5.3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Safety and Safe Relationships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w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and negatives of the internet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5000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up the benefits against the risks — at least three of each.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36224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326440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signs on social media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58444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being asked to keep a relationship secret — at least three warning signs.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5966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498848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relationships and domestic abuse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18888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of a healthy relationship, and all five types of domestic abuse.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and Support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turn for support around alcohol, drugs, ASB, online safety, and relationships.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6.1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Support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one organisation that can provide support and guidance for each of: alcohol, drugs, ASB, staying safe online, and relationships.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337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61488" y="292608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52928" y="3337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74336" y="292608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65776" y="3337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7184" y="292608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278624" y="3337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safety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400032" y="2926080"/>
            <a:ext cx="205740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491472" y="3337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and Keeping Safe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759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43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0574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057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LO1-2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0574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side of alcohol and drug use.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7889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ASB legal process, in order.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5204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520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LO4-5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5204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safety and the categories of domestic abuse.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251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42519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get help and support.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1097280" y="51206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QH52CY004.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2026-09-26T11:41:33Z</dcterms:created>
  <dcterms:modified xsi:type="dcterms:W3CDTF">2026-09-26T11:41:33Z</dcterms:modified>
</cp:coreProperties>
</file>