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05840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BTEC LEVEL 1 INTRODUCTORY  ·  PUBLIC SERVICES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48640" y="2331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PS12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2880360"/>
            <a:ext cx="11338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Part in Sport and Adventurous Activities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548640" y="3977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Guided Learning Hours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461772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4A80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475488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507492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take part in sport and adventurous activities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461772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1E4A80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475488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92240" y="507492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effective communication and teamwork skills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Overview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learning aims, six assessment criteria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8EEF7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1527048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A — Plans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383280" y="152704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outline plans, ID skills needed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172200" y="152704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A.M1 detailed plans, describe skills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152704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A.D1 accurate plans, explain skills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8EEF7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944368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A — Participation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383280" y="294436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A.P2 appropriate physical skills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172200" y="294436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A.M2 effective physical skills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61120" y="294436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A.D2 confident physical skills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25196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8EEF7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4361688"/>
            <a:ext cx="2468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B — Comm. &amp; teamwork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383280" y="436168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B.P3 appropriate skills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72200" y="436168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B.M3 effective skills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961120" y="436168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B.D3 confident skills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PS12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Part in Sport and Adventurous Activities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265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3840480" y="237744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0" y="2926080"/>
            <a:ext cx="7589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Take Part in Sport and Adventurous Activities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3840480" y="416052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A.P1  ·  A.M1  ·  A.D1  ·  A.P2  ·  A.M2  ·  A.D2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18320" y="274320"/>
            <a:ext cx="242316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418320" y="274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· A.M1 · A.D1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Sport Matters to the Public Services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armed services treat sport and competition as an essential part of the job.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EEF7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70992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productivity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023360" y="1709928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illness and absenteeism, improved health, fitness and psychological wellbeing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EEF7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89864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cohesion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023360" y="2898648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team trust and reliance on each other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9776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EEF7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08736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loyalty and morale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023360" y="4087368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are motivated by a healthy approach to work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7" name="Text 14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1 — Importance of Sport and Recreation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18320" y="274320"/>
            <a:ext cx="242316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418320" y="274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· A.M1 · A.D1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Sport and Adventurous Activity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plan and take part in activities from more than one category.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3E6BA8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82880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sport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2423160"/>
            <a:ext cx="3063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Running, cycling, swimming, tennis, badminton, triathlon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122952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0" y="182880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sport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0" y="2423160"/>
            <a:ext cx="3063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Football, hockey, netball, basketball, rugby, cricket, volleyball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38160" y="16002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8A9AAF"/>
          </a:solidFill>
          <a:ln/>
        </p:spPr>
      </p:sp>
      <p:sp>
        <p:nvSpPr>
          <p:cNvPr id="14" name="Text 11"/>
          <p:cNvSpPr/>
          <p:nvPr/>
        </p:nvSpPr>
        <p:spPr>
          <a:xfrm>
            <a:off x="8366760" y="182880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Adventurous activity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66760" y="2423160"/>
            <a:ext cx="3063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Walking, climbing, water sports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5720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0FDF4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47091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ONE individual + ONE team/adventurous activity. Take part in TWO individual and TWO team/adventurous activities in total.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2 — Types of Sport and Adventurous Activity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18320" y="274320"/>
            <a:ext cx="242316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418320" y="274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· A.M1 · A.D1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Factors to Consider When Planning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of participants and aims of the session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— location, timing, costs, participant ability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5176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safety equipment (e.g. helmets, shin pads, gumshields)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172200" y="128016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of self and protection from injury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72200" y="196596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for team sport participation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172200" y="265176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for individual sport participation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3" name="Text 10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3 — Factors to Consider When Planning Activities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18320" y="274320"/>
            <a:ext cx="242316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418320" y="274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A.P2 · A.M2 · A.D2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Needed to Participate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28016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EEF7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38988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sport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840480" y="1389888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Resilience, determination, organisation, self-esteem, personal development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4688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EEF7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57860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team play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840480" y="2578608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by the rules, respecting others, communication, tolerance, resilience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65760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8EEF7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767328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Adventurous activities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840480" y="3767328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Perseverance, motivation, adaptability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6" name="Text 13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PS12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4 — Skills Needed to Participate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265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3840480" y="237744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0" y="292608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and Teamwork Skills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40480" y="397764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B.P3  ·  B.M3  ·  B.D3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18320" y="274320"/>
            <a:ext cx="242316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418320" y="274320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B.P3 · B.M3 · B.D3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and Teamwork in Sport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skills: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Non-verbal communication — hand signals, body language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14884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clearly, giving instructions to team mates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74320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and discussing plans with others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109728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E8EEF7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 means: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46520" y="1874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together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46520" y="22402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sport and adventurous activities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46520" y="3017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contribution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46520" y="33832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individually to contribute to the team effort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4160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Respecting roles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46520" y="452628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Respecting others' roles within the team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PS12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5 — Communication and Teamwork in Sport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— Key Terms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61288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1161288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cohesion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560320" y="116128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well a team trusts and relies on each other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263640" y="1161288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0" y="1161288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75320" y="116128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rules or procedures for an activity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947672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947672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560320" y="194767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to keep going and recover from setbacks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63640" y="1947672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0" y="1947672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75320" y="194767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to try even when it's difficult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734056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2734056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Non-verbal communication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560320" y="273405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without words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63640" y="2734056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2734056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conduct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75320" y="273405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person behaves during an activity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3520440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3520440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morale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60320" y="352044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motivated and positive employees feel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63640" y="3520440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0" y="3520440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acquisition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275320" y="352044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and improving a new skill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48640" y="4306824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85800" y="4306824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Adaptability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2560320" y="430682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approach to suit new conditions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63640" y="4306824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0" y="4306824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needs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275320" y="430682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requirements considered when planning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PS12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Summary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05840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377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Digital Workbook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48640" y="3794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PS12SportAdventurousDigital.html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3434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your activities, take part, and demonstrate your communication and teamwork skills.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2026-07-25T07:22:34Z</dcterms:created>
  <dcterms:modified xsi:type="dcterms:W3CDTF">2026-07-25T07:22:34Z</dcterms:modified>
</cp:coreProperties>
</file>