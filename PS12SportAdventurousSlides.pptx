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BTEC LEVEL 1 INTRODUCTORY  ·  PUBLIC SERVICES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PS12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11338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Part in Sport and Adventurous Activities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Guided Learning Hours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6177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4A8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7548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take part in sport and adventurous activities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6177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4A8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47548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50749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effective communication and teamwork skills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learning aims, six assessment criteria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270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 — Plans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83280" y="15270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outline plans, ID skills needed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5270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A.M1 detailed plans, describe skills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152704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A.D1 accurate plans, explain skills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94436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 — Participation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29443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A.P2 appropriate physical skills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29443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A.M2 effective physical skills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61120" y="29443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A.D2 confident physical skills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6168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 — Comm. &amp; teamwork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436168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B.P3 appropriate skills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36168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B.M3 effective skills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0" y="43616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B.D3 confident skills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Part in Sport and Adventurous Activities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6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84048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0" y="292608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Take Part in Sport and Adventurous Activities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840480" y="4160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A.P1  ·  A.M1  ·  A.D1  ·  A.P2  ·  A.M2  ·  A.D2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Sport Matters to the Public Services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armed services treat sport and competition as an essential part of the job.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099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productivity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23360" y="170992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illness and absenteeism, improved health, fitness and psychological wellbeing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8986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cohesion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023360" y="289864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team trust and reliance on each other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0873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loyalty and morale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023360" y="408736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are motivated by a healthy approach to work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1 — Importance of Sport and Recreation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Sport and Adventurous Activity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plan and take part in activities from more than one category.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3E6BA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sport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cycling, swimming, tennis, badminton, triathlon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2295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sport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0" y="24231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Football, hockey, netball, basketball, rugby, cricket, volleyball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8A9AAF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1828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Adventurous activity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66760" y="24231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Walking, climbing, water sports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ONE individual + ONE team/adventurous activity. Take part in TWO individual and TWO team/adventurous activities in total.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2 — Types of Sport and Adventurous Activity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74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E40A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74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Plan vs a Strong Plan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activity — five-a-side football. What actually changes between grades?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7F9FC"/>
          </a:solidFill>
          <a:ln w="12700">
            <a:solidFill>
              <a:srgbClr val="8A9A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103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Pass-level plan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playing five-a-side football on Thursday at the sports hall.”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activity — but skills needed aren't named.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103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Distinction-level plan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37960" y="2514600"/>
            <a:ext cx="4800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playing five-a-side football on Thursday at the sports hall (4pm-5pm). Rules: standard 5-a-side, rolling subs, no slide tackles. Skills needed: passing accuracy, spatial awareness in a small pitch, and communicating with teammates under pressure since the game moves fast. Safety: shin pads required, check hall floor isn't wet before starting.”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2-3 — What a Strong Plan Includes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to Consider When Planning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of participants and aims of the session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— location, timing, costs, participant 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equipment (e.g. helmets, shin pads, gumshields)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12801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of self and protection from injury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965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team sport participation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26517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individual sport participation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3 — Factors to Consider When Planning Activities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A.P2 · A.M2 · A.D2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Needed to Participate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3898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40480" y="138988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determination, organisation, self-esteem, personal development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7860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team play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840480" y="257860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by the rules, respecting others, communication, tolerance, resilience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7673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Adventurous activities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40480" y="376732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Perseverance, motivation, adaptability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4 — Skills Needed to Participate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6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84048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0" y="29260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Teamwork Skills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0480" y="3977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B.P3  ·  B.M3  ·  B.D3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274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0" y="274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B.P3 · B.M3 · B.D3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Teamwork in Sport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 — hand signals, body language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clearly, giving instructions to team mates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discussing plans with others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0972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8EEF7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means: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240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sport and adventurous activities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4652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3383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individually to contribute to the team effort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Respecting roles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4526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Respecting others' roles within the team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5 — Communication and Teamwork in Sport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743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9333EA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74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Teammate Keeps Missing Instructions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EE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five-a-side match, one teammate keeps drifting out of position and missing your calls. The other team is starting to exploit the gap.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7F9FC"/>
          </a:solidFill>
          <a:ln w="12700">
            <a:solidFill>
              <a:srgbClr val="8A9A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529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response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0" y="2852928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frustrated and stop passing to them, or shout angrily across the pitch.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245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response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4224528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quick word during a natural break: “Can you hold that left side? I'll call you when I need you to push up.” Clear, specific, no blame.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6052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frustration doesn't fix anything — the assessor is looking for you to actively communicate and support a struggling teammate, which is exactly what B.D3 rewards.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5 — Handling a Team Problem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cohesion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60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team trusts and relies on each other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75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rules or procedures for an activity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keep going and recover from setbacks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75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to try even when it's difficult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without words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conduct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75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person behaves during an activity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morale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60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motivated and positive employees feel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acquisition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75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improving a new skill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approach to suit new conditions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63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needs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75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requirements considered when planning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Summary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PS12SportAdventurousDigital.html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activities, take part, and demonstrate your communication and teamwork skills.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2026-07-26T22:09:43Z</dcterms:created>
  <dcterms:modified xsi:type="dcterms:W3CDTF">2026-07-26T22:09:43Z</dcterms:modified>
</cp:coreProperties>
</file>