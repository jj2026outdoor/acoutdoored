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188720"/>
            <a:ext cx="914400" cy="91440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message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298448"/>
            <a:ext cx="694944" cy="6949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AGORED CYMRU  ·  WORK RELATED EDUCATION  ·  LEVEL ONE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Skills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HC61CY012  ·  CDA869  ·  3 Credits  ·  30 hours GLH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to prepare for an interview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8346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83464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well during the interview itself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2960" y="38862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388620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your own strengths and weaknesses afterwards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Preparing for an Interview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to sort out before you walk through the door.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1.1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preparation area to what it involves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 Appropriate dress   ·   Job knowledge   ·   Employer knowledge   ·   Getting there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Choosing smart, clean clothing suitable for the role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65176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Finding out what the job involves and what's expected of you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Researching what the organisation does and what it stands for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72200" y="3154680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Planning your route and checking how long it takes in advance</a:t>
            </a:r>
            <a:endParaRPr lang="en-US" sz="1200" dirty="0"/>
          </a:p>
        </p:txBody>
      </p:sp>
      <p:sp>
        <p:nvSpPr>
          <p:cNvPr id="10" name="Shape 8">
            <a:hlinkClick r:id="rId1" tooltip="" action="ppaction://hlinksldjump"/>
          </p:cNvPr>
          <p:cNvSpPr/>
          <p:nvPr/>
        </p:nvSpPr>
        <p:spPr>
          <a:xfrm>
            <a:off x="4539996" y="589788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>
            <a:hlinkClick r:id="rId2" tooltip="" action="ppaction://hlinksldjump"/>
          </p:cNvPr>
          <p:cNvSpPr txBox="1"/>
          <p:nvPr/>
        </p:nvSpPr>
        <p:spPr>
          <a:xfrm>
            <a:off x="4539996" y="5897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Reveal answers  →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1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1.1 — QUICK CHECK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each preparation area to what it involves — Answers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smart, clean clothing suitable for the role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Appropriate dress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out what the job involves and what's expected of you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Job knowledge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Researching what the organisation does and what it stands for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Employer knowledge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35000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your route and checking how long it takes in advance  </a:t>
            </a:r>
            <a:pPr indent="0" marL="0">
              <a:buNone/>
            </a:pPr>
            <a:r>
              <a:rPr lang="en-US" sz="1200" b="1" dirty="0">
                <a:solidFill>
                  <a:srgbClr val="3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Getting there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5409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8E6"/>
          </a:solidFill>
          <a:ln w="12700">
            <a:solidFill>
              <a:srgbClr val="E8A3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305409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same four areas as AC1.1 in your digital workbook — one field for each.</a:t>
            </a:r>
            <a:endParaRPr lang="en-US" sz="1150" dirty="0"/>
          </a:p>
        </p:txBody>
      </p:sp>
      <p:sp>
        <p:nvSpPr>
          <p:cNvPr id="10" name="Shape 8">
            <a:hlinkClick r:id="rId1" tooltip="" action="ppaction://hlinksldjump"/>
          </p:cNvPr>
          <p:cNvSpPr/>
          <p:nvPr/>
        </p:nvSpPr>
        <p:spPr>
          <a:xfrm>
            <a:off x="4905756" y="5989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E7A8C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>
            <a:hlinkClick r:id="rId2" tooltip="" action="ppaction://hlinksldjump"/>
          </p:cNvPr>
          <p:cNvSpPr txBox="1"/>
          <p:nvPr/>
        </p:nvSpPr>
        <p:spPr>
          <a:xfrm>
            <a:off x="4905756" y="5989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Continue  →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Communicating in the Interview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yourself, body language, answering and asking questions, and language throughout.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2.1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2.1  ·  ASSESSED BY ROLE PLAY / SIMULATION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Assessor Is Watching For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6" name="Image 0" descr="/home/claude/wb/ppt-kit/icons/use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2018081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92024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yourself appropriately at the start of the interview.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295351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1" name="Image 1" descr="/home/claude/wb/ppt-kit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089" y="302392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92608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4612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Posture, eye contact and gestures appropriate to the situation.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95935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16" name="Image 2" descr="/home/claude/wb/ppt-kit/icons/message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9" y="4029761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93192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and asking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25196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questions relevantly, and asking appropriate questions of your own.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65192"/>
            <a:ext cx="502920" cy="50292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21" name="Image 3" descr="/home/claude/wb/ppt-kit/icons/checkSqua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9" y="5035601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937760"/>
            <a:ext cx="9738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throughout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257800"/>
            <a:ext cx="9738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appropriate language, including how you close the interview.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the Experience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feedback, and turning it into real improvements.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37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AC 3.1–3.2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3.1–3.2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 and Improve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8F1F3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feedback from your interviewer(s)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they say went well, and what could be improved?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7F7F5"/>
          </a:solidFill>
          <a:ln w="12700">
            <a:solidFill>
              <a:srgbClr val="D8E4E7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your performance and suggest improvements (at least three)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Make more eye contact, prepare more examples, slow down when answering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136599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Skills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A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3E7A8C"/>
          </a:solidFill>
          <a:ln/>
        </p:spPr>
      </p:sp>
      <p:pic>
        <p:nvPicPr>
          <p:cNvPr id="5" name="Image 0" descr="/home/claude/wb/ppt-kit/icons/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9217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know…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210312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103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210312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things to prepare before an interview.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288036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828800" y="288036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communicate well throughout the interview.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657600"/>
            <a:ext cx="822960" cy="502920"/>
          </a:xfrm>
          <a:prstGeom prst="roundRect">
            <a:avLst>
              <a:gd name="adj" fmla="val 14545"/>
            </a:avLst>
          </a:prstGeom>
          <a:solidFill>
            <a:srgbClr val="3E7A8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36576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LO3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828800" y="365760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feedback to improve next time.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22960" y="425196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163C46"/>
          </a:solidFill>
          <a:ln w="12700">
            <a:solidFill>
              <a:srgbClr val="3E7A8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097280" y="4251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 ·  Open your digital workbook to complete the Learning Outcome activities for HC61CY012.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2026-09-26T17:11:11Z</dcterms:created>
  <dcterms:modified xsi:type="dcterms:W3CDTF">2026-09-26T17:11:11Z</dcterms:modified>
</cp:coreProperties>
</file>