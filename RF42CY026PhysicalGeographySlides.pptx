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0F452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1005840" cy="10058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2" y="502920"/>
            <a:ext cx="182880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37360" y="502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7373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Level 2 Learning in the Outdoors  |  RF42CY026  |  3 credits  |  27 GLH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640080" y="2651760"/>
            <a:ext cx="10881360" cy="868680"/>
          </a:xfrm>
          <a:prstGeom prst="rect">
            <a:avLst/>
          </a:prstGeom>
          <a:solidFill>
            <a:srgbClr val="E8F5EE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40080" y="2651760"/>
            <a:ext cx="1005840" cy="8686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265176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920240" y="265176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principal geographic features of Wales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10881360" cy="868680"/>
          </a:xfrm>
          <a:prstGeom prst="rect">
            <a:avLst/>
          </a:prstGeom>
          <a:solidFill>
            <a:srgbClr val="E8F5EE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3703320"/>
            <a:ext cx="1005840" cy="8686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" y="370332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920240" y="370332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geography and climate of different regions of Wales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4754880"/>
            <a:ext cx="10881360" cy="868680"/>
          </a:xfrm>
          <a:prstGeom prst="rect">
            <a:avLst/>
          </a:prstGeom>
          <a:solidFill>
            <a:srgbClr val="E8F5EE"/>
          </a:solidFill>
          <a:ln w="12700">
            <a:solidFill>
              <a:srgbClr val="D4D4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" y="4754880"/>
            <a:ext cx="1005840" cy="86868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7" name="Text 13"/>
          <p:cNvSpPr/>
          <p:nvPr/>
        </p:nvSpPr>
        <p:spPr>
          <a:xfrm>
            <a:off x="640080" y="47548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920240" y="475488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geography and climate in Wales with another country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6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Criteria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LO1 — Principal geographic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landforms  ·  1.2 formation  ·  1.3 climate link  ·  1.4 transport/economy/land use  ·  1.5 climate change effects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LO2 — Regional geography &amp; climate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describe one region  ·  2.2 economy &amp; culture  ·  2.3 compare regions (min.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LO3 — Compare Wales with another country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describe a region abroad  ·  3.2 economy &amp; culture there  ·  3.3 compare &amp; contrast with Wales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Text 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Geographic Features of Wales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 1.1 – 1.5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Wales' Landforms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ranges: Snowdonia/Eryri, Brecon Beacons/Bannau Brycheiniog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 plateaux: the Cambrian Mountains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Lowland river valleys and floodplains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long, varied coastline: estuaries, beaches, cliffs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Landforms Formed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Tectonic uplift over millions of years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Ancient volcanic activity in the Cambrian period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Glaciation during the last Ice Age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Glacial erosion carved corries, U-shaped valleys, ribbon lakes (e.g. Llyn Idwal)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and Climate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Atlantic-facing coast brings moist prevailing south-westerlies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rainfall: air rises over mountains, cools, and drops rain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Windward west is wetter; rain-shadow areas lie further east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Mountains create cooler, harsher upland micro-climates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Transport, Economy &amp; Land Use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ranges historically forced roads/rail through valleys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Coal, slate and sheep farming grew directly from local geology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geography supports ports and tourism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fertile land (e.g. Vale of Glamorgan) supports arable farming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Change: Potential Effects on Wales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 winters, drier summers projected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intense rainfall events → higher flood risk in valleys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sea levels threaten low-lying coastal communities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conditions affect farming, tourism and biodiversity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of Wales: Geography, Climate, Economy &amp; Culture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 2.1 – 2.3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and Describing a Region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regions: Snowdonia/Eryri, Brecon Beacons, Pembrokeshire coast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relief, drainage and typical weather for your chosen region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rainfall totals, temperature range and prevailing wind exposure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Culture in That Region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Upland sheep farming and hill agriculture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quarrying heritage (e.g. Blaenau Ffestiniog)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and mountain tourism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Welsh-language communities concentrated in particular areas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Regions Across Wales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 two regions must be compared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relief: mountainous north-west vs flatter south-east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rainfall totals and prevailing wind exposure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these differences shape different land use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Wales with Another Country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 covered: 3.1 – 3.3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Region Abroad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Scottish Highlands, French Alps, a Mediterranean coast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landforms and climate using the same categories as for Wales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Relief, rainfall, temperature range, prevailing winds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and Culture There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geography and climate shape farming, industry and tourism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traditions linked to the physical landscape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Contrast with Wales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solidFill>
            <a:srgbClr val="C8A951"/>
          </a:solidFill>
          <a:ln/>
        </p:spPr>
      </p:sp>
      <p:sp>
        <p:nvSpPr>
          <p:cNvPr id="4" name="Text 2"/>
          <p:cNvSpPr/>
          <p:nvPr/>
        </p:nvSpPr>
        <p:spPr>
          <a:xfrm>
            <a:off x="10451592" y="7772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listing facts side by side — explain why differences occur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both regions affected by orographic rainfall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contrast between an oceanic and a Mediterranean climate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what this means for the people who live there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Revision: Key Terms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Landform: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feature of the Earth's surface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height differences of land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367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Glaciation: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shaped by moving ice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0208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Corrie (cwm):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Bowl-shaped glacial hollow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048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rainfall: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caused by air rising over high 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2200" y="8686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shadow: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Drier area on the sheltered side of high ground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25272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Prevailing wind: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wind direction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6367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climate: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winters, cool summers, reliable rain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20208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Estuary: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mouth of a river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72200" y="240487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use: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area of land is used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5836" y="118872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digital workbook to begin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RF42CY026PhysicalGeographyDigital.html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6537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RF42CY026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28232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Geography and Climate of Wales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13716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182880"/>
            <a:ext cx="868680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2026-07-26T20:23:05Z</dcterms:created>
  <dcterms:modified xsi:type="dcterms:W3CDTF">2026-07-26T20:23:05Z</dcterms:modified>
</cp:coreProperties>
</file>