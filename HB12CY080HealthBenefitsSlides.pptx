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46304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2  ·  LEARNING IN THE OUTDOORS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640" y="2423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  ·  2 Credits  ·  20 GLH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48640" y="2971800"/>
            <a:ext cx="11338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Benefits of Being Outdoors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429768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7A45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737360" y="4297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the outdoors matters for personal health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846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7A45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37360" y="48463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outdoor activities and spaces that support health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39496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7A45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394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737360" y="53949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outdoor activities to improve health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7A45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943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737360" y="5943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your own participation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learning outcomes, six assessment criteria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E8F5EE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508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011680" y="15087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the outdoors matters for personal health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60120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1.1, 1.2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E8F5EE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377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011680" y="23774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outdoor activities and spaces that support health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60120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2.1, 2.2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3246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011680" y="32461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outdoor activities to improve health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601200" y="3246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E8F5EE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1148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11680" y="41148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your own participation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60120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4.1, 4.2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19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Benefits of Being Outdoors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Outdoors Matters for Health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0" y="3611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AC 1.2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‘Health’ Actually Mean?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48640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Health Organization's 1948 definition is broader than most people expect.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state of complete physical, mental and social wellbeing — not merely the absence of disease or infirmity.”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wellbeing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840480" y="26974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sleep quality, immune function — the part most people think of first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wellbeing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840480" y="37033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stress levels, ability to concentrate and cope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4709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wellbeing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840480" y="47091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 sense of belonging, feeling connected to others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5742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can be physically fit but still be unwell overall if they're stressed, isolated or unhappy. The outdoors can support all three parts at once.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2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Why the Outdoors Matters for Health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Outdoors Specifically? The Mechanisms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just ‘fresh air is nice’ — there are real, measurable reasons this works.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light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840480" y="1554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your body clock (circadian rhythm) and boosts vitamin D production, both linked to mood and sleep quality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cortisol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40480" y="2697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green space measurably reduces the stress hormone cortisol within minutes, not hours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is easier outside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84048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Varied, natural terrain encourages more movement without it feeling like ‘exercise’ — lower perceived effort for the same activity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biophilia effect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840480" y="4983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an innate draw toward natural environments — which is why green/blue space time consistently shows wellbeing gains across studies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The Mechanisms Behind the Benefits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of Health Benefits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FOUR required for your evidence — spread across more than one category.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E6BA8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better sleep, stronger immune system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0F4525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stress, reduced anxiety, improved mood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8A9AAF"/>
          </a:solidFill>
          <a:ln/>
        </p:spPr>
      </p:sp>
      <p:sp>
        <p:nvSpPr>
          <p:cNvPr id="15" name="Text 11"/>
          <p:cNvSpPr/>
          <p:nvPr/>
        </p:nvSpPr>
        <p:spPr>
          <a:xfrm>
            <a:off x="836676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366760" y="2286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Teamwork, shared achievement, friendship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Green/blue space time is strongly linked to wellbeing gains — this applies across all three categories above, not just ‘physical’ activities.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A Range of Health Benefits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Activities and Spaces for Good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0" y="3703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2.1, AC 2.2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2.1/2.2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and Spaces That Support Health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FOUR activities AND minimum of FOUR spaces for your evidence.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(AC 2.1)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cycling, mountain biking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Kayaking / canoeing, climbing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Gardening, forest bathing, wild swimming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outdoors, outdoor team sports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(AC 2.2)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parks and school playing fields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Woodland and forest trails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3796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 and uplands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Rivers, lakes and the coast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— Outdoor Activities and Spaces for Good Health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Outdoor Activities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0" y="3611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Participation Requirements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F5EE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1371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FOUR different activities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120640" y="13716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activity four times — genuine variety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F5EE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4688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activity must be supervised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120640" y="24688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responsible, competent adult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F5EE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566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must comply with its own H&amp;S requirements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120640" y="35661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cold water exposure has stricter time limits than walking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5720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F5EE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46634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activity longer than one hour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120640" y="466344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still for intense activities like cold water exposure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57881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or audio recordings uploaded to your digital workbook for each activity.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2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— Participate in Outdoor Activities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Your Own Participation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0" y="3611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4.1, AC 4.2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74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E40AF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74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8229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Reflection — Tom Tries Wild Swimming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‘Go beyond “I enjoyed it”’ — here's what that actually looks like.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8A9AAF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20756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(AC 4.2 not met)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83280" y="207568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went wild swimming. It was fun and cold.”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3375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3E6BA8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34472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(AC 4.1)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44728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learned that cold water makes you gasp involuntarily at first — you have to control your breathing before swimming properly.”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F4525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8188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(AC 4.2)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481888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“Before, I felt nervous and my heart was already racing. After, I felt oddly calm and alert — more than after a normal swim. What surprised me was how much my mood lifted for the rest of the day. I'd choose this again specifically when I'm stressed, not just for fitness.”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61264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61996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answer compares before/after, names what surprised him, and connects the activity to a real future choice.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— Model Reflection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2743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8778240" y="274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4.1/4.2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Ask Yourself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12801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activity: what is ONE thing you learned? (a skill, a fact, or a personal insight)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194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feel BEFORE the activity?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feel AFTER the activity?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023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you?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choose this activity again to support your health? Why or why not?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8" name="Text 1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— Assessing Your Own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01168"/>
            <a:ext cx="68580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01168"/>
            <a:ext cx="9144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48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560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physical, mental &amp; social wellbeing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63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75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comfortable, healthy and happy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space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60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area with grass, trees or vegetation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space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75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area centred on water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bathing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60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mindful time in woodland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63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75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attention to the present moment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swimming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560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in a natural body of water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63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water exposure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275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controlled exposure to cold water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8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2560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Overseen by a responsible adult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263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275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judging your own experience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HB12CY080HealthBenefitsDigital.html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2026-07-28T19:36:57Z</dcterms:created>
  <dcterms:modified xsi:type="dcterms:W3CDTF">2026-07-28T19:36:57Z</dcterms:modified>
</cp:coreProperties>
</file>