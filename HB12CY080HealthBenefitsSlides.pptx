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image" Target="../media/image-1-3.png"/><Relationship Id="rId4" Type="http://schemas.openxmlformats.org/officeDocument/2006/relationships/image" Target="../media/image-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0"/>
          </a:xfrm>
          <a:prstGeom prst="rect">
            <a:avLst/>
          </a:prstGeom>
          <a:solidFill>
            <a:srgbClr val="0F452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1512" y="502920"/>
            <a:ext cx="1828800" cy="731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737360" y="45720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2700" dirty="0"/>
          </a:p>
        </p:txBody>
      </p:sp>
      <p:sp>
        <p:nvSpPr>
          <p:cNvPr id="6" name="Text 2"/>
          <p:cNvSpPr/>
          <p:nvPr/>
        </p:nvSpPr>
        <p:spPr>
          <a:xfrm>
            <a:off x="173736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Agored Cymru Level 2 Learning in the Outdoors  |  HB12CY080  |  2 credits  |  20 GLH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2514600"/>
            <a:ext cx="10881360" cy="685800"/>
          </a:xfrm>
          <a:prstGeom prst="rect">
            <a:avLst/>
          </a:prstGeom>
          <a:solidFill>
            <a:srgbClr val="E8F5EE"/>
          </a:solidFill>
          <a:ln w="12700">
            <a:solidFill>
              <a:srgbClr val="D4D4C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40080" y="2514600"/>
            <a:ext cx="1005840" cy="68580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9" name="Text 5"/>
          <p:cNvSpPr/>
          <p:nvPr/>
        </p:nvSpPr>
        <p:spPr>
          <a:xfrm>
            <a:off x="640080" y="2514600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920240" y="251460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why the outdoors matters for personal health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3355848"/>
            <a:ext cx="10881360" cy="685800"/>
          </a:xfrm>
          <a:prstGeom prst="rect">
            <a:avLst/>
          </a:prstGeom>
          <a:solidFill>
            <a:srgbClr val="E8F5EE"/>
          </a:solidFill>
          <a:ln w="12700">
            <a:solidFill>
              <a:srgbClr val="D4D4C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355848"/>
            <a:ext cx="1005840" cy="68580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335584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920240" y="3355848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outdoor activities and spaces that support health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197096"/>
            <a:ext cx="10881360" cy="685800"/>
          </a:xfrm>
          <a:prstGeom prst="rect">
            <a:avLst/>
          </a:prstGeom>
          <a:solidFill>
            <a:srgbClr val="E8F5EE"/>
          </a:solidFill>
          <a:ln w="12700">
            <a:solidFill>
              <a:srgbClr val="D4D4C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4197096"/>
            <a:ext cx="1005840" cy="68580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7" name="Text 13"/>
          <p:cNvSpPr/>
          <p:nvPr/>
        </p:nvSpPr>
        <p:spPr>
          <a:xfrm>
            <a:off x="640080" y="4197096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920240" y="4197096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outdoor activities to improve health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40080" y="5038344"/>
            <a:ext cx="10881360" cy="685800"/>
          </a:xfrm>
          <a:prstGeom prst="rect">
            <a:avLst/>
          </a:prstGeom>
          <a:solidFill>
            <a:srgbClr val="E8F5EE"/>
          </a:solidFill>
          <a:ln w="12700">
            <a:solidFill>
              <a:srgbClr val="D4D4C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" y="5038344"/>
            <a:ext cx="1005840" cy="68580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" y="5038344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920240" y="5038344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your own participation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4" name="Text 20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Criteria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B3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LO1 — Why the outdoors matters for health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 why important  ·  1.2 range of benefits (min.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LO2 — Activities &amp; spaces for good health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activities (min. 4)  ·  2.2 spaces (min.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LO3 — Participate (practical)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take part in min. 4 different activities, supervised, ≤ 1 hour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LO4 — Assess own participation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knowledge/skills learned  ·  4.2 assess own experience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5" name="Text 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Outdoors Matters for Health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criteria covered: 1.1 – 1.2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Health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(1948): health is complete physical, mental AND social wellbeing — not just the absence of illness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can also include spiritual wellbeing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outdoors gives natural light, fresh air, and space to move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of Health Benefits (min. 4)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fitness, better sleep, stronger immune system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Mental: lower stress, reduced anxiety, improved mood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Social: teamwork, shared achievement, friendship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Green/blue space time is strongly linked to wellbeing gains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Activities and Spaces for Good Health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criteria covered: 2.1 – 2.2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That Improve Health (min. 4)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Walking, cycling, mountain biking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Kayaking / canoeing, climbing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Gardening, forest bathing, wild swimming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Mindfulness outdoors, outdoor team sports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That Support Health (min. 4)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parks and school playing fields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Woodland and forest trails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Mountains and uplands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Rivers, lakes and the coast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Outdoor Activities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criteria covered: 3.1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Participation Requirements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part in a MINIMUM of four different activities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activity must be supervised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activity must comply with its own health &amp; safety requirements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activity may last more than one hour (shorter for intense activities like cold water exposure)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photos or audio recordings in your digital workbook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Your Own Participation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criteria covered: 4.1 – 4.2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Skills Learned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activity, note one thing you learned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could be a physical skill, a fact, or a personal insight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Your Own Experience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4" name="Text 2"/>
          <p:cNvSpPr/>
          <p:nvPr/>
        </p:nvSpPr>
        <p:spPr>
          <a:xfrm>
            <a:off x="10451592" y="777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beyond “I enjoyed it”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 feel before and after?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surprised you?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choose this activity again to support your health?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Revision: Key Terms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physical, mental &amp; social wellbeing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52728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comfortable, healthy and happy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36776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space: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area with grass, trees or vegetation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020824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space: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area centred on water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404872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bathing: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mindful time in woodland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72200" y="8686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Mindfulness: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attention to the present moment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72200" y="1252728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 swimming: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Swimming in a natural body of water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72200" y="1636776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water exposure: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controlled exposure to cold water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72200" y="2020824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Overseen by a responsible adult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2200" y="2404872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your own experience against a goal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18872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 to begin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HB12CY080HealthBenefitsDigital.html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HB12CY080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28232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Benefits of Being Outdoors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137160"/>
            <a:ext cx="502920" cy="5029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82880"/>
            <a:ext cx="868680" cy="3291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2026-07-26T20:52:18Z</dcterms:created>
  <dcterms:modified xsi:type="dcterms:W3CDTF">2026-07-26T20:52:18Z</dcterms:modified>
</cp:coreProperties>
</file>