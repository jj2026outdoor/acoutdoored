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7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rynLogo_rou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914400"/>
            <a:ext cx="1371600" cy="960120"/>
          </a:xfrm>
          <a:prstGeom prst="rect">
            <a:avLst/>
          </a:prstGeom>
        </p:spPr>
      </p:pic>
      <p:pic>
        <p:nvPicPr>
          <p:cNvPr id="3" name="Image 1" descr="/home/claude/assets/Agored_Reversed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965960"/>
            <a:ext cx="2743200" cy="594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Safety in the Home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Agored Cymru Level 2 PSE  •  QJ21CY002  •  Level One  •  1 Credit  •  9 GLH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Brynllywarch Hall School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risks, real consequences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house fires start with something ordinary — a candle, a charger, a pan left unattended. This unit is about spotting the risk before it becomes a fire.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155448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0" y="155448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0" y="15544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fire hazards in the home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92240" y="260604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6060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98080" y="26060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a home escape/safety plan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92240" y="365760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36576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98080" y="36576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fire triangle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Safety in the Home  •  QJ21CY002  •  Level One</a:t>
            </a:r>
            <a:endParaRPr lang="en-US" sz="900" dirty="0"/>
          </a:p>
        </p:txBody>
      </p:sp>
      <p:pic>
        <p:nvPicPr>
          <p:cNvPr id="15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6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fire hazards at home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Overloaded electrical sockets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73736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E8F1F3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7373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Candles left unattended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2F2E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8892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 pans or hot oil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27889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E8F1F3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78892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Faulty wiring or damaged cables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2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4048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Smoking indoors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38404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E8F1F3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84048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Clothes dried too close to heaters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Safety in the Home  •  QJ21CY002  •  Level One</a:t>
            </a:r>
            <a:endParaRPr lang="en-US" sz="900" dirty="0"/>
          </a:p>
        </p:txBody>
      </p:sp>
      <p:pic>
        <p:nvPicPr>
          <p:cNvPr id="17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8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LO1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Hunt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room diagram provided by your teacher (or think of your own home, room by room).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alone, list every fire hazard you can spot.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pairs, compare lists — did your partner spot anything you missed?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class, agree the three most common hazards across everyone's homes.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Safety in the Home  •  QJ21CY002  •  Level One</a:t>
            </a:r>
            <a:endParaRPr lang="en-US" sz="900" dirty="0"/>
          </a:p>
        </p:txBody>
      </p:sp>
      <p:pic>
        <p:nvPicPr>
          <p:cNvPr id="6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7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good escape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two ways out of every room, if possible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73736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E8F1F3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7373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a meeting point outside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2F2E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8892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escape routes clear of clutter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27889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E8F1F3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78892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Practise the plan so everyone knows 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Safety in the Home  •  QJ21CY002  •  Level One</a:t>
            </a:r>
            <a:endParaRPr lang="en-US" sz="900" dirty="0"/>
          </a:p>
        </p:txBody>
      </p:sp>
      <p:pic>
        <p:nvPicPr>
          <p:cNvPr id="13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4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rules to remember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and clean your alarms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06240" y="1645920"/>
            <a:ext cx="7132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smoke alarm gives you vital extra warning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8F1F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6324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Shut doors at night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06240" y="3063240"/>
            <a:ext cx="7132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closed door can slow a fire's spread for several minutes.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2F2E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48056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off appliances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06240" y="4480560"/>
            <a:ext cx="7132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Non-essential electrical items left on overnight are a common cause of fires.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Safety in the Home  •  QJ21CY002  •  Level One</a:t>
            </a:r>
            <a:endParaRPr lang="en-US" sz="900" dirty="0"/>
          </a:p>
        </p:txBody>
      </p:sp>
      <p:pic>
        <p:nvPicPr>
          <p:cNvPr id="14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5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LO2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Your Escape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alone, sketch a simple floor plan of your home (or a home provided by your teacher).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two escape routes from each room where possible.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a meeting point outside.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pairs, check each other's plan — is every room covered? Is the meeting point somewhere safe?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Safety in the Home  •  QJ21CY002  •  Level One</a:t>
            </a:r>
            <a:endParaRPr lang="en-US" sz="900" dirty="0"/>
          </a:p>
        </p:txBody>
      </p:sp>
      <p:pic>
        <p:nvPicPr>
          <p:cNvPr id="6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7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fire triangle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source of ignition — a spark, flame, or hot surface.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E8F1F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920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0" y="25603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that can burn — wood, fabric, paper, gas.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2F2EF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1920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Oxygen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21040" y="25603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in the air around us, feeding the flame.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any one of the three, and the fire goes out — that's why firefighting often focuses on cutting off oxygen or fuel.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Safety in the Home  •  QJ21CY002  •  Level One</a:t>
            </a:r>
            <a:endParaRPr lang="en-US" sz="900" dirty="0"/>
          </a:p>
        </p:txBody>
      </p:sp>
      <p:pic>
        <p:nvPicPr>
          <p:cNvPr id="15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6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LO3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Triangle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class, look at a set of everyday items and situations (e.g. a match, a pile of newspaper, an open window, a candle).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each one into heat, fuel, or oxygen.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Discuss: for a real house fire scenario, which element would be easiest to remove to put it out?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Safety in the Home  •  QJ21CY002  •  Level One</a:t>
            </a:r>
            <a:endParaRPr lang="en-US" sz="900" dirty="0"/>
          </a:p>
        </p:txBody>
      </p:sp>
      <p:pic>
        <p:nvPicPr>
          <p:cNvPr id="6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7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you've 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0" y="1737360"/>
            <a:ext cx="9326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hazards in the home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8F1F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26080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0" y="2926080"/>
            <a:ext cx="9326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 plans and key safety rules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2E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11680" y="4114800"/>
            <a:ext cx="9326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fire triangle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Safety in the Home  •  QJ21CY002  •  Level One</a:t>
            </a:r>
            <a:endParaRPr lang="en-US" sz="900" dirty="0"/>
          </a:p>
        </p:txBody>
      </p:sp>
      <p:pic>
        <p:nvPicPr>
          <p:cNvPr id="14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5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E7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rynLogo_rou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40080"/>
            <a:ext cx="137160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your workbook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AC 1.1, 2.1, 2.2, 2.3, 3.1 and 3.2 in your digital or printed workbook, then complete the Declaration page.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2026-08-22T11:13:38Z</dcterms:created>
  <dcterms:modified xsi:type="dcterms:W3CDTF">2026-08-22T11:13:38Z</dcterms:modified>
</cp:coreProperties>
</file>