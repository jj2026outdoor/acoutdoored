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brief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WORK RELATED EDUCATION  ·  LEVEL TWO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Experience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HC42CY004  ·  BZR294  ·  3 Credits  ·  30 hours GLH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830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Undertake a work experience placement safely, following workplace rules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346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834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about the organisation you're placed with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8862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8862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the placement and the skills you developed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Working Practices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instructions, staying safe, and knowing what to do in an emergency.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1.1–1.6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1.1–1.6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Safely on Placement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0180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instructions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tasks as directed, and follow the agreed way of doing things in your placement.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95351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02392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260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and PPE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24612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guidance and warning signs in the workplace, and wear the right clothing or protective equipment for your role.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fla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02976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3192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25196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to do in the event of an accident or a fire.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96519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21" name="Image 3" descr="/home/claude/wb/ppt-kit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" y="503560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9377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and hazards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25780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rules for safe lifting and carrying, and report anything that could be a hazard.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workplace sign to what it means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 Fire exit   ·   No smoking   ·   Wear PPE / hard hat   ·   First aid point   ·   Slippery surface   ·   Electrical hazard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Shows the route to leave the building safely in an emergency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Smoking is not allowed in this area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Protective equipment must be worn here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Location of first aid equipment or a trained first aider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floor may be wet or slippery — take care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657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Danger of electric shock — keep away</a:t>
            </a:r>
            <a:endParaRPr lang="en-US" sz="1200" dirty="0"/>
          </a:p>
        </p:txBody>
      </p:sp>
      <p:sp>
        <p:nvSpPr>
          <p:cNvPr id="12" name="Shape 10">
            <a:hlinkClick r:id="rId1" tooltip="" action="ppaction://hlinksldjump"/>
          </p:cNvPr>
          <p:cNvSpPr/>
          <p:nvPr/>
        </p:nvSpPr>
        <p:spPr>
          <a:xfrm>
            <a:off x="4539996" y="589788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>
            <a:hlinkClick r:id="rId2" tooltip="" action="ppaction://hlinksldjump"/>
          </p:cNvPr>
          <p:cNvSpPr txBox="1"/>
          <p:nvPr/>
        </p:nvSpPr>
        <p:spPr>
          <a:xfrm>
            <a:off x="4539996" y="5897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answers  →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workplace sign to what it means — Answers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route to leave the building safely in an emergency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Fire exit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is not allowed in this area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smoking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equipment must be worn here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Wear PPE / hard hat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of first aid equipment or a trained first aider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First aid point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1693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may be wet or slippery — take care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Slippery surface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91693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of electric shock — keep away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Electrical hazard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210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8E6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62102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matching activity in your digital workbook — it will help with AC 1.2. Add the real signs from your own placement too.</a:t>
            </a:r>
            <a:endParaRPr lang="en-US" sz="1150" dirty="0"/>
          </a:p>
        </p:txBody>
      </p:sp>
      <p:sp>
        <p:nvSpPr>
          <p:cNvPr id="12" name="Shape 10">
            <a:hlinkClick r:id="rId1" tooltip="" action="ppaction://hlinksldjump"/>
          </p:cNvPr>
          <p:cNvSpPr/>
          <p:nvPr/>
        </p:nvSpPr>
        <p:spPr>
          <a:xfrm>
            <a:off x="4905756" y="5989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>
            <a:hlinkClick r:id="rId2" tooltip="" action="ppaction://hlinksldjump"/>
          </p:cNvPr>
          <p:cNvSpPr txBox="1"/>
          <p:nvPr/>
        </p:nvSpPr>
        <p:spPr>
          <a:xfrm>
            <a:off x="4905756" y="5989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Out About the Organisation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organisation does, its characteristics, and the job roles within it.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2.1–2.4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2.1–2.4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Your Placement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0180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activities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organisation's main purpose, and what activities does it carry out day to day?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95351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02392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260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24612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organisation what it is — size, ownership, sector, values?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02976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3192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economy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25196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organisation fit into the local area and economy?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96519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21" name="Image 3" descr="/home/claude/wb/ppt-kit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" y="503560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9377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25780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one of the job roles within the organisation.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Reflecting on the Placement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your placement asked for, and a self-assessment of what you developed.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3.1–3.2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3.1–3.2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You Learn?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Work-related skills required for your placement (at least three)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Working as part of a team, following instructions, using specific tools or equipment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skills did you actually develop, and how do you know? Give real examples from the placement.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9217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1031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work safely, follow instructions, and handle emergencies on placement.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2880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8803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out about an organisation and the roles within it.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36576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657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6576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reflect on the skills your placement asked for and developed.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2960" y="425196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097280" y="4251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Open your digital workbook to complete the Learning Outcome activities for HC42CY004.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2026-09-26T17:10:40Z</dcterms:created>
  <dcterms:modified xsi:type="dcterms:W3CDTF">2026-09-26T17:10:40Z</dcterms:modified>
</cp:coreProperties>
</file>