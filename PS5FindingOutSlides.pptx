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6459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BTEC Level 1 Introductory | Public Services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400" kern="0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PS5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65760" y="21945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Out About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Services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65760" y="3931920"/>
            <a:ext cx="201168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Public Services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3931920"/>
            <a:ext cx="201168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Provides Them?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3931920"/>
            <a:ext cx="201168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Skills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931920"/>
            <a:ext cx="2011680" cy="640080"/>
          </a:xfrm>
          <a:prstGeom prst="rect">
            <a:avLst/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Needs &amp; Expectations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AIM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Out Information About Different Public Services</a:t>
            </a:r>
            <a:endParaRPr lang="en-US" sz="2000" dirty="0"/>
          </a:p>
        </p:txBody>
      </p:sp>
      <p:pic>
        <p:nvPicPr>
          <p:cNvPr id="5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Public Services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A.P1 | A.P2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777240"/>
            <a:ext cx="274320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Armed Services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Army, Navy, RAF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54680" y="777240"/>
            <a:ext cx="2743200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Services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5468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Police, Fire, Ambulance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777240"/>
            <a:ext cx="2743200" cy="1554480"/>
          </a:xfrm>
          <a:prstGeom prst="rect">
            <a:avLst/>
          </a:prstGeom>
          <a:solidFill>
            <a:srgbClr val="0277BD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Services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NHS, GPs, Paramedics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2606040"/>
            <a:ext cx="2743200" cy="1554480"/>
          </a:xfrm>
          <a:prstGeom prst="rect">
            <a:avLst/>
          </a:prstGeom>
          <a:solidFill>
            <a:srgbClr val="01579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&amp; Order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7432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Courts, Prison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154680" y="2606040"/>
            <a:ext cx="2743200" cy="1554480"/>
          </a:xfrm>
          <a:prstGeom prst="rect">
            <a:avLst/>
          </a:prstGeom>
          <a:solidFill>
            <a:srgbClr val="006064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468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Services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5468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&amp; Care Services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35040" y="2606040"/>
            <a:ext cx="2743200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3504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Refuse, Recycling, Parks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Provides Public Services?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A.P1 | A.M1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" y="777240"/>
            <a:ext cx="420624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" y="832104"/>
            <a:ext cx="4206240" cy="1737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886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Government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130759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UK government funds national services like the NHS and Armed Forces from Westminster.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777240"/>
            <a:ext cx="420624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832104"/>
            <a:ext cx="4206240" cy="1737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886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Government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00600" y="130759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local council runs services like refuse collection, parks, libraries, and schools in your area.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2880" y="2743200"/>
            <a:ext cx="420624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2880" y="2798064"/>
            <a:ext cx="4206240" cy="1737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852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Government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20040" y="327355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Wales, the Senedd decides on health and education. Scotland and Northern Ireland have similar bodies.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743200"/>
            <a:ext cx="420624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2798064"/>
            <a:ext cx="4206240" cy="1737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2852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 Sector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800600" y="327355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Charities and voluntary organisations fill gaps in services, e.g. food banks, housing support, mental health services.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Uniformed vs Non-Uniformed Services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A.P2 | A.M2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731520"/>
            <a:ext cx="4023360" cy="384048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731520"/>
            <a:ext cx="402336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731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UNIFORMED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Police Service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 &amp; Rescue Service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Ambulance Service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British Army / Navy / RAF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Prison Officers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Coast Guard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uniform for identification,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&amp; role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731520"/>
            <a:ext cx="4023360" cy="3840480"/>
          </a:xfrm>
          <a:prstGeom prst="rect">
            <a:avLst/>
          </a:prstGeom>
          <a:solidFill>
            <a:srgbClr val="E8EEF7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731520"/>
            <a:ext cx="4023360" cy="4572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731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NON-UNIFORMED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Social Workers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Council Planners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NHS Managers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Probation Officers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Charity Workers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Environmental Health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93776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uniform required 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role does not need it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Skills: Finding Information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A.M1 | A.D1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1645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685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" y="1143000"/>
            <a:ext cx="1645920" cy="25603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234440"/>
            <a:ext cx="1463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official sites: police.uk, gov.wales, nhs.uk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Is it recent? Is it official?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38528" y="685800"/>
            <a:ext cx="1645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38528" y="685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938528" y="1143000"/>
            <a:ext cx="1645920" cy="25603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29968" y="1234440"/>
            <a:ext cx="1463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from police stations, council offices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Is it still current?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94176" y="685800"/>
            <a:ext cx="1645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94176" y="685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94176" y="1143000"/>
            <a:ext cx="1645920" cy="25603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85616" y="1234440"/>
            <a:ext cx="1463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BTEC public services textbooks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Is the author qualified?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49824" y="685800"/>
            <a:ext cx="1645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9824" y="685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49824" y="1143000"/>
            <a:ext cx="1645920" cy="25603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41264" y="1234440"/>
            <a:ext cx="1463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local police officer or firefighter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your questions first!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205472" y="685800"/>
            <a:ext cx="1645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05472" y="685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205472" y="1143000"/>
            <a:ext cx="1645920" cy="25603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96912" y="1234440"/>
            <a:ext cx="1463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 fire station, police station or council offices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notes as you go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82880" y="3794760"/>
            <a:ext cx="8778240" cy="822960"/>
          </a:xfrm>
          <a:prstGeom prst="rect">
            <a:avLst/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38404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your source VALID? Ask: Who wrote it? When was it updated? Does another source agree?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AIM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Information About Public Services in Your Area</a:t>
            </a:r>
            <a:endParaRPr lang="en-US" sz="2000" dirty="0"/>
          </a:p>
        </p:txBody>
      </p:sp>
      <p:pic>
        <p:nvPicPr>
          <p:cNvPr id="5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Public Services?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B.P3 | B.M3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822960"/>
            <a:ext cx="73152" cy="11430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22960"/>
            <a:ext cx="8503920" cy="114300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8961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Citizens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12435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family requiring housing support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5361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Social Services / Local Council Housing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148840"/>
            <a:ext cx="73152" cy="11430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148840"/>
            <a:ext cx="8503920" cy="114300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2219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Sections of the Community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Older people needing care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28620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NHS / Social Services / Care Homes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474720"/>
            <a:ext cx="73152" cy="11430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3474720"/>
            <a:ext cx="8503920" cy="114300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5478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 Communities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02920" y="38953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town needing refuse collected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187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Local Council Environmental Services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Public Expects from Public Services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B.M3 | B.D3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731520"/>
            <a:ext cx="4206240" cy="11887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731520"/>
            <a:ext cx="54864" cy="11887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for Money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1704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should be efficient. Taxpayers expect no waste.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731520"/>
            <a:ext cx="4206240" cy="11887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731520"/>
            <a:ext cx="54864" cy="11887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Convenience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1704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should be accessible and easy to use when needed.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057400"/>
            <a:ext cx="4206240" cy="11887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057400"/>
            <a:ext cx="54864" cy="11887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130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" y="24963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must be professional and effective at what they do.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2057400"/>
            <a:ext cx="4206240" cy="11887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057400"/>
            <a:ext cx="54864" cy="11887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130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Timely Response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92040" y="24963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in emergencies – a fast response is critical.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3383280"/>
            <a:ext cx="4206240" cy="11887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383280"/>
            <a:ext cx="54864" cy="11887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3456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11480" y="3822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must treat everyone fairly regardless of background.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3383280"/>
            <a:ext cx="4206240" cy="1188720"/>
          </a:xfrm>
          <a:prstGeom prst="rect">
            <a:avLst/>
          </a:prstGeom>
          <a:solidFill>
            <a:srgbClr val="E8EE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0" y="3383280"/>
            <a:ext cx="54864" cy="11887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3456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Entitlement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892040" y="3822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expect to receive services they have a right to.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Producing Your Document for Learning Aim B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B.P3 | B.D3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document must include information about PUBLIC SERVICES IN YOUR LOCAL AREA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128016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325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54480" y="1325880"/>
            <a:ext cx="7269480" cy="8229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3716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information about at least 2 different public services in your area. Include 1 uniformed and 1 non-uniformed.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423160"/>
            <a:ext cx="128016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423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554480" y="2423160"/>
            <a:ext cx="7269480" cy="822960"/>
          </a:xfrm>
          <a:prstGeom prst="rect">
            <a:avLst/>
          </a:prstGeom>
          <a:solidFill>
            <a:srgbClr val="E8EEF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1640" y="24688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correct and logical links between at least 2 services and the NEEDS of the public they meet.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3520440"/>
            <a:ext cx="128016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554480" y="3520440"/>
            <a:ext cx="7269480" cy="822960"/>
          </a:xfrm>
          <a:prstGeom prst="rect">
            <a:avLst/>
          </a:prstGeom>
          <a:solidFill>
            <a:srgbClr val="E8EEF7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91640" y="35661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3 services. Detailed, well-organised document showing CLEAR links between services and public needs. Include specific local detail.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Functions of Public Services</a:t>
            </a:r>
            <a:endParaRPr lang="en-US" sz="2200" dirty="0"/>
          </a:p>
        </p:txBody>
      </p:sp>
      <p:pic>
        <p:nvPicPr>
          <p:cNvPr id="4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5943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22952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594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A.P1 | A.D2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" y="731520"/>
            <a:ext cx="2743200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" y="12984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UK from threats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(Armed Forces)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08960" y="731520"/>
            <a:ext cx="2743200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0400" y="12984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communities safe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(Police, Fire)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731520"/>
            <a:ext cx="2743200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26480" y="12984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&amp; consequences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(Courts, Prison)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82880" y="2651760"/>
            <a:ext cx="2743200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74320" y="32186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&amp; public transport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(Local Council)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08960" y="2651760"/>
            <a:ext cx="2743200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&amp; Wellbeing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200400" y="32186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(NHS, GPs)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35040" y="2651760"/>
            <a:ext cx="2743200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126480" y="32186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threats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(Border Force)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Activity</a:t>
            </a:r>
            <a:endParaRPr lang="en-US" sz="2600" dirty="0"/>
          </a:p>
        </p:txBody>
      </p:sp>
      <p:pic>
        <p:nvPicPr>
          <p:cNvPr id="3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868680"/>
            <a:ext cx="13716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868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920240" y="868680"/>
            <a:ext cx="6766560" cy="914400"/>
          </a:xfrm>
          <a:prstGeom prst="rect">
            <a:avLst/>
          </a:prstGeom>
          <a:solidFill>
            <a:srgbClr val="1E2F5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57400" y="9601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given sources to research at least TWO public services. List key facts for each.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3716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20240" y="2103120"/>
            <a:ext cx="6766560" cy="914400"/>
          </a:xfrm>
          <a:prstGeom prst="rect">
            <a:avLst/>
          </a:prstGeom>
          <a:solidFill>
            <a:srgbClr val="1E2F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1945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find your OWN sources. Select the most relevant information and explain your choices.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1371600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920240" y="3337560"/>
            <a:ext cx="6766560" cy="914400"/>
          </a:xfrm>
          <a:prstGeom prst="rect">
            <a:avLst/>
          </a:prstGeom>
          <a:solidFill>
            <a:srgbClr val="1E2F5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57400" y="34290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 detail using multiple methods. Produce a well-organised document about THREE local services.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PS5 – Key Knowledge Summary</a:t>
            </a:r>
            <a:endParaRPr lang="en-US" sz="2600" dirty="0"/>
          </a:p>
        </p:txBody>
      </p:sp>
      <p:pic>
        <p:nvPicPr>
          <p:cNvPr id="3" name="Image 0" descr="/home/claude/BrynLogo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9144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051560"/>
            <a:ext cx="320040" cy="3200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services are categorised as: Armed Services, Emergency, Health, Law &amp; Order, Social, Environmental, Leisure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320040" cy="3200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include: Central Government, Local Government, Regional Government (e.g. Senedd), and Third Sector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331720"/>
            <a:ext cx="320040" cy="3200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FUNCTIONS are: Defence, Protection, Justice, Transportation, Health &amp; Wellbeing, Maintaining Security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971800"/>
            <a:ext cx="320040" cy="3200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Uniformed services wear a uniform (Police, Fire, Army); non-uniformed services do not (Social Workers, Council staff)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3611880"/>
            <a:ext cx="320040" cy="3200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researchers use multiple sources, check validity, and organise their notes in a research log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4251960"/>
            <a:ext cx="320040" cy="3200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expects: value for money, timely response, quality, convenience, diversity recognition, entitlement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" y="4873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286000" y="4873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Out About Public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PS5 Finding Out About Public Services</dc:title>
  <dc:subject>PptxGenJS Presentation</dc:subject>
  <dc:creator>Jonathan Jones</dc:creator>
  <cp:lastModifiedBy>Jonathan Jones</cp:lastModifiedBy>
  <cp:revision>1</cp:revision>
  <dcterms:created xsi:type="dcterms:W3CDTF">2026-04-28T16:38:07Z</dcterms:created>
  <dcterms:modified xsi:type="dcterms:W3CDTF">2026-04-28T16:38:07Z</dcterms:modified>
</cp:coreProperties>
</file>