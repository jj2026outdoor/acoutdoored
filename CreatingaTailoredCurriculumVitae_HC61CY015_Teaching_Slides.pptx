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WORK RELATED EDUCATION  ·  LEVEL ONE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Tailored Curriculum Vitae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HC61CY015  ·  CDC214  ·  3 Credits  ·  28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the format of a CV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51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CV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5204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a CV for a targeted sector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389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38912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covering letter of application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Format of a CV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CV matters, the headings it needs, and what goes under each one.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1.1–1.3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1.2–1.3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CV heading to what goes under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Personal details   ·   Education   ·   Work experience   ·   Skills   ·   References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name, address, phone number and email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Schools and colleges attended, and qualifications gained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Jobs, volunteering, and work experience placements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Things you're good at — e.g. teamwork, communication, IT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Contact details of people who can vouch for you</a:t>
            </a:r>
            <a:endParaRPr lang="en-US" sz="120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1.2–1.3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CV heading to what goes under it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address, phone number and email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 details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colleges attended, and qualifications gained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Education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volunteering, and work experience placements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 experience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you're good at — e.g. teamwork, communication, IT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Skills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of people who can vouch for you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621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AC1.2 and AC1.3.</a:t>
            </a:r>
            <a:endParaRPr lang="en-US" sz="115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a CV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together a CV that's complete, accurate, well-structured, and shows your strengths.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2.1–2.2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2.1–2.2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Good CV?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all relevant information — nothing important missing.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check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Error-free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mistakes in content or presentation — check it carefully.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Well-structured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 that's appropriate for your career stage.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your strengths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information placed under each heading to highlight what you offer.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Tailoring Your CV and Writing a Covering Letter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your CV to a sector, and writing a covering letter to go with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3.1–3.2, 4.1–4.2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3.1–3.2 / 4.1–4.2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Tailoring and the Covering Letter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sector-specific skills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through training or work experience, in the relevant CV section.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message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sector language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that's beneficial to the employment sector you're targeting.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your strengths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summary of strengths and skills to include in your covering letter.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letter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covering letter to accompany your CV, explaining why you're applying.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Tailored Curriculum Vitae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headings a CV needs and what goes under each one.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construct a complete, accurate, well-structured CV.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LO3-4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tailor a CV to a sector, and write a covering letter.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HC61CY015.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2026-09-26T17:12:14Z</dcterms:created>
  <dcterms:modified xsi:type="dcterms:W3CDTF">2026-09-26T17:12:14Z</dcterms:modified>
</cp:coreProperties>
</file>