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1F4A56"/>
                </a:solidFill>
              </a:defRPr>
            </a:pPr>
            <a:r>
              <a:t>Career Exploration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Agored Cymru — Work-related Education</a:t>
            </a:r>
          </a:p>
          <a:p>
            <a:r>
              <a:t>Unit Code: HC12CY014  •  Level Two  •  2 Credits  •  16 GLH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Unit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LO1: Be able to compare career pathways in a chosen occupational sector</a:t>
            </a:r>
          </a:p>
          <a:p>
            <a:pPr>
              <a:defRPr sz="2000"/>
            </a:pPr>
            <a:r>
              <a:t>LO2: Understand the skills and qualities needed to be successful in a specific career</a:t>
            </a:r>
          </a:p>
          <a:p>
            <a:pPr>
              <a:defRPr sz="2000"/>
            </a:pPr>
            <a:r>
              <a:t>LO3: Be able to produce a plan to improve skills and qualities needed to be successful in a career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LO1: Be able to compare career pathways in a chosen occupational sector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1.1: Define the concept of career.</a:t>
            </a:r>
          </a:p>
          <a:p>
            <a:pPr>
              <a:defRPr sz="2000"/>
            </a:pPr>
            <a:r>
              <a:t>AC 1.2: Identify and retrieve information from a variety of sources about career pathways in a chosen sector (at least three sources).</a:t>
            </a:r>
          </a:p>
          <a:p>
            <a:pPr>
              <a:defRPr sz="2000"/>
            </a:pPr>
            <a:r>
              <a:t>AC 1.3: Describe the benefits and disadvantages of different career pathways in the chosen sector (at least three pathways).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LO2: Understand the skills and qualities needed to be successful in a specific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2.1: Identify a career goal appropriate to your own situation.</a:t>
            </a:r>
          </a:p>
          <a:p>
            <a:pPr>
              <a:defRPr sz="2000"/>
            </a:pPr>
            <a:r>
              <a:t>AC 2.2: Describe the type of skills needed to function in this specific career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2.3: Assess your own strengths and weaknesses related to these skills (at least three of each).</a:t>
            </a:r>
          </a:p>
          <a:p>
            <a:pPr lvl="1">
              <a:defRPr sz="1600"/>
            </a:pPr>
            <a:r>
              <a:t>Strengths</a:t>
            </a:r>
          </a:p>
          <a:p>
            <a:pPr lvl="1">
              <a:defRPr sz="1600"/>
            </a:pPr>
            <a:r>
              <a:t>Weaknesses</a:t>
            </a:r>
          </a:p>
          <a:p>
            <a:pPr>
              <a:defRPr sz="2000"/>
            </a:pPr>
            <a:r>
              <a:t>AC 2.4: Describe the personal qualities required to perform effectively in this career (at least three).</a:t>
            </a:r>
          </a:p>
          <a:p>
            <a:pPr lvl="1">
              <a:defRPr sz="1600"/>
            </a:pPr>
            <a:r>
              <a:t>At least 3</a:t>
            </a:r>
          </a:p>
          <a:p>
            <a:pPr>
              <a:defRPr sz="2000"/>
            </a:pPr>
            <a:r>
              <a:t>AC 2.5: Assess your own strengths and weaknesses in relation to these qualities (at least three of each).</a:t>
            </a:r>
          </a:p>
          <a:p>
            <a:pPr lvl="1">
              <a:defRPr sz="1600"/>
            </a:pPr>
            <a:r>
              <a:t>Strengths</a:t>
            </a:r>
          </a:p>
          <a:p>
            <a:pPr lvl="1">
              <a:defRPr sz="1600"/>
            </a:pPr>
            <a:r>
              <a:t>Weaknesses</a:t>
            </a:r>
          </a:p>
          <a:p>
            <a:pPr>
              <a:defRPr sz="2000"/>
            </a:pPr>
            <a:r>
              <a:t>AC 2.6: Assess the suitability of this specific career option for yourself.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LO3: Be able to produce a plan to improve skills and qualities needed to be successful in a career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 3.1: Produce a plan to acquire and/or improve the skills and qualities needed to achieve your own career goals, including targets, activities and a timeline (at least three).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Career pathway: A sequence of jobs, training or qualifications that lead towards a particular type of work.</a:t>
            </a:r>
          </a:p>
          <a:p>
            <a:pPr>
              <a:defRPr sz="2000"/>
            </a:pPr>
            <a:r>
              <a:t>Occupational sector: A broad area of work, e.g. construction, health and social care, hospitality.</a:t>
            </a:r>
          </a:p>
          <a:p>
            <a:pPr>
              <a:defRPr sz="2000"/>
            </a:pPr>
            <a:r>
              <a:t>Strength: Something you are already good at, or a quality that works in your favour.</a:t>
            </a:r>
          </a:p>
          <a:p>
            <a:pPr>
              <a:defRPr sz="2000"/>
            </a:pPr>
            <a:r>
              <a:t>Personal quality: A characteristic of how you behave or approach things, e.g. reliability, patience.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A5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 through each Learning Outcome in your workbook.</a:t>
            </a:r>
          </a:p>
          <a:p>
            <a:pPr>
              <a:defRPr sz="2000"/>
            </a:pPr>
            <a:r>
              <a:t>Ask your tutor if you're stuck on a question.</a:t>
            </a:r>
          </a:p>
          <a:p>
            <a:pPr>
              <a:defRPr sz="2000"/>
            </a:pPr>
            <a:r>
              <a:t>Complete the Evidence and Declaration sections when finished.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