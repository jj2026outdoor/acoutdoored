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" Target="slide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WORK RELATED EDUCATION  ·  LEVEL TWO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Personal Career Portfolio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HC12CY015  ·  CDC242  ·  3 Credits  ·  24 hours GLH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830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own skills, abilities, experience, knowledge and qualities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6974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697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portfolio of evidence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6118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6118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CV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5262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45262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achieve your personal goals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Personal Career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Your Own Skills and Qualities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qualities, skills, experience and knowledge — and the evidence that shows them.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1.1–1.4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Personal Career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1.1–1.4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Every Portfolio Needs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0180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qualities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like reliability, patience, or being a good team player.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95351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to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02392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260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24612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you've learned to do — practical, technical, or interpersonal.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02976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3192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25196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volunteering, placements, and what you did in them.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96519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21" name="Image 3" descr="/home/claude/wb/ppt-kit/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" y="503560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9377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25780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know — from qualifications, training, or life experience.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8E6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these four, you'll also identify evidence that shows it and check that evidence is still relevant and valid.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Personal Career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Portfolio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portfolio can be used, and assembling one to evidence your achievements.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2.1–2.2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Personal Career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2.1–2.2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Portfolio in 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a portfolio be used?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opportunities, educational opportunities (e.g. applying for college), and career opportunities (e.g. applying for a job).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 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evidence together into a single portfolio that shows your own achievements and qualities.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Personal Career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Producing a CV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essential elements of a CV, and building your own.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3.1–3.3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Personal Career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CV heading to what goes under 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 Personal details   ·   Education   ·   Work experience   ·   Skills   ·   References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name, address, phone number and email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Schools and colleges attended, and qualifications gained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Jobs, volunteering, and work experience placements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Things you're good at — e.g. teamwork, communication, IT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Contact details of people who can vouch for you</a:t>
            </a:r>
            <a:endParaRPr lang="en-US" sz="1200" dirty="0"/>
          </a:p>
        </p:txBody>
      </p:sp>
      <p:sp>
        <p:nvSpPr>
          <p:cNvPr id="11" name="Shape 9">
            <a:hlinkClick r:id="rId1" tooltip="" action="ppaction://hlinksldjump"/>
          </p:cNvPr>
          <p:cNvSpPr/>
          <p:nvPr/>
        </p:nvSpPr>
        <p:spPr>
          <a:xfrm>
            <a:off x="4539996" y="589788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>
            <a:hlinkClick r:id="rId2" tooltip="" action="ppaction://hlinksldjump"/>
          </p:cNvPr>
          <p:cNvSpPr txBox="1"/>
          <p:nvPr/>
        </p:nvSpPr>
        <p:spPr>
          <a:xfrm>
            <a:off x="4539996" y="5897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answers  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Personal Career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CV heading to what goes under it — Answers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address, phone number and email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Personal details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colleges attended, and qualifications gained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Education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volunteering, and work experience placements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 experience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you're good at — e.g. teamwork, communication, IT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Skills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1693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of people who can vouch for you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References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210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8E6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62102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matching activity in your digital workbook — it will help with AC3.1.</a:t>
            </a:r>
            <a:endParaRPr lang="en-US" sz="1150" dirty="0"/>
          </a:p>
        </p:txBody>
      </p:sp>
      <p:sp>
        <p:nvSpPr>
          <p:cNvPr id="11" name="Shape 9">
            <a:hlinkClick r:id="rId1" tooltip="" action="ppaction://hlinksldjump"/>
          </p:cNvPr>
          <p:cNvSpPr/>
          <p:nvPr/>
        </p:nvSpPr>
        <p:spPr>
          <a:xfrm>
            <a:off x="4905756" y="5989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>
            <a:hlinkClick r:id="rId2" tooltip="" action="ppaction://hlinksldjump"/>
          </p:cNvPr>
          <p:cNvSpPr txBox="1"/>
          <p:nvPr/>
        </p:nvSpPr>
        <p:spPr>
          <a:xfrm>
            <a:off x="4905756" y="5989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Personal Career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to Achieve Your Goals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your personal goals, and building an action plan to reach them.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4.1–4.2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Personal Career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4.1–4.2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Goal to Action Plan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 personal goals (at least three)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Get a driving licence, start an apprenticeship, move into your own place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action plan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each goal is going to be achieved — the steps you'll take and when.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Personal Career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9217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LO1-2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1031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skills and qualities, and how to build a portfolio of evidence.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2880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8803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produce a CV covering all the essential headings.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36576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657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6576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set personal goals and plan how to achieve them.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2960" y="425196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097280" y="4251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Open your digital workbook to complete the Learning Outcome activities for HC12CY015.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2026-09-26T17:15:40Z</dcterms:created>
  <dcterms:modified xsi:type="dcterms:W3CDTF">2026-09-26T17:15:40Z</dcterms:modified>
</cp:coreProperties>
</file>