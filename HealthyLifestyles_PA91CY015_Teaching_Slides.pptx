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" Target="slide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8.xml"/><Relationship Id="rId2" Type="http://schemas.openxmlformats.org/officeDocument/2006/relationships/slide" Target="slide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188720"/>
            <a:ext cx="914400" cy="91440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2984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 ·  LEVEL ONE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Lifestyles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PA91CY015  ·  CDC020  ·  1 Credit  ·  9 hours GLH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640080" cy="64008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6" name="Image 0" descr="/home/claude/wb/ppt-kit/icons/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70" y="2460650"/>
            <a:ext cx="473659" cy="47365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1945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5146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terms related to a healthy lifestyle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80760" y="18288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377440"/>
            <a:ext cx="640080" cy="64008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1" name="Image 1" descr="/home/claude/wb/ppt-kit/icons/ac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290" y="246065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21945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25146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components of a healthy lifestyle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434840"/>
            <a:ext cx="640080" cy="64008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6" name="Image 2" descr="/home/claude/wb/ppt-kit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70" y="451805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2519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5720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impacts of a healthy lifestyle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080760" y="38862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434840"/>
            <a:ext cx="640080" cy="64008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21" name="Image 3" descr="/home/claude/wb/ppt-kit/icons/ph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290" y="451805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42519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178040" y="45720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how to get advice and guidance to make lifestyle changes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Lifestyles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Healthy Lifestyle Terms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terms this unit uses — healthy lifestyle, emotional wellbeing, balanced diet, and stress.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1.1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Lifestyles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6" name="Image 0" descr="/home/claude/wb/ppt-kit/icons/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2018081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2024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 lifestyle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4028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choices that support good physical and mental health.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295351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1" name="Image 1" descr="/home/claude/wb/ppt-kit/icons/ac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3023921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92608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health and wellbeing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24612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feel mentally and emotionally, and how well you cope with life's ups and downs.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95935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6" name="Image 2" descr="/home/claude/wb/ppt-kit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9" y="4029761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93192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diet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25196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Eating a variety of foods in the right proportions to keep your body healthy.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96519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21" name="Image 3" descr="/home/claude/wb/ppt-kit/icons/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9" y="5035601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93776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554480" y="525780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body's response to pressure or demands, which can be physical or emotional.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Lifestyles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of a Healthy Lifestyle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food groups in a balanced diet, and the kinds of activity that improve physical fitness.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2.1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Lifestyles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 — QUICK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each food into its food group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 Carbohydrates   ·   Protein   ·   Dairy   ·   Fruit &amp; vegetables   ·   Fats &amp; sugars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Pasta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6517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Bread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Chicken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31546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Beans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5760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Cheese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365760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Yoghurt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6052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Broccoli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416052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 apple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66344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Crisps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466344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Chocolate</a:t>
            </a:r>
            <a:endParaRPr lang="en-US" sz="1200" dirty="0"/>
          </a:p>
        </p:txBody>
      </p:sp>
      <p:sp>
        <p:nvSpPr>
          <p:cNvPr id="16" name="Shape 14">
            <a:hlinkClick r:id="rId1" tooltip="" action="ppaction://hlinksldjump"/>
          </p:cNvPr>
          <p:cNvSpPr/>
          <p:nvPr/>
        </p:nvSpPr>
        <p:spPr>
          <a:xfrm>
            <a:off x="4539996" y="589788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>
            <a:hlinkClick r:id="rId2" tooltip="" action="ppaction://hlinksldjump"/>
          </p:cNvPr>
          <p:cNvSpPr txBox="1"/>
          <p:nvPr/>
        </p:nvSpPr>
        <p:spPr>
          <a:xfrm>
            <a:off x="4539996" y="5897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answers  →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Lifestyles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 — QUICK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each food into its food group — Answers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Carbohydrates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78308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Carbohydrates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5000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Protein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35000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Beans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Protein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16936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Cheese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Dairy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2916936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Yoghurt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Dairy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83864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Broccoli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Fruit &amp; vegetables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3483864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apple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Fruit &amp; vegetables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50792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Crisps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Fats &amp; sugars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4050792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Chocolate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Fats &amp; sugars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8E6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47548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matching activity in your digital workbook — it will help with AC 2.1.</a:t>
            </a:r>
            <a:endParaRPr lang="en-US" sz="1150" dirty="0"/>
          </a:p>
        </p:txBody>
      </p:sp>
      <p:sp>
        <p:nvSpPr>
          <p:cNvPr id="16" name="Shape 14">
            <a:hlinkClick r:id="rId1" tooltip="" action="ppaction://hlinksldjump"/>
          </p:cNvPr>
          <p:cNvSpPr/>
          <p:nvPr/>
        </p:nvSpPr>
        <p:spPr>
          <a:xfrm>
            <a:off x="4905756" y="59893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>
            <a:hlinkClick r:id="rId2" tooltip="" action="ppaction://hlinksldjump"/>
          </p:cNvPr>
          <p:cNvSpPr txBox="1"/>
          <p:nvPr/>
        </p:nvSpPr>
        <p:spPr>
          <a:xfrm>
            <a:off x="4905756" y="5989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 →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Lifestyles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Activity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Alongside a balanced diet, regular physical activity is a core component of a healthy lifestyle. The unit asks you to identify at least three types of activity that improve physical fitness.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3200400"/>
            <a:ext cx="594360" cy="59436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7" name="Image 0" descr="/home/claude/wb/ppt-kit/icons/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747" y="3277667"/>
            <a:ext cx="439826" cy="43982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977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Swimming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37560" y="292608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3200400"/>
            <a:ext cx="594360" cy="59436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1" name="Image 1" descr="/home/claude/wb/ppt-kit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667" y="327766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29000" y="3977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sports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126480" y="292608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32320" y="3200400"/>
            <a:ext cx="594360" cy="59436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5" name="Image 2" descr="/home/claude/wb/ppt-kit/icons/mapP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587" y="3277667"/>
            <a:ext cx="439826" cy="43982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3977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or hiking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915400" y="292608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921240" y="3200400"/>
            <a:ext cx="594360" cy="59436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9" name="Image 3" descr="/home/claude/wb/ppt-kit/icons/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8507" y="3277667"/>
            <a:ext cx="439826" cy="43982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06840" y="3977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Cycling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Lifestyles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Impacts and Getting Support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lifestyle choices affect wellbeing, and where to turn for advice and support.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3.1, 4.1, 4.2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Lifestyles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 / 4.1 / 4.2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Impacts, Advice and Making Changes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6" name="Image 0" descr="/home/claude/wb/ppt-kit/icons/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2127809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2996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lifestyle affects wellbeing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35000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activity, work/life balance and stress all impact emotional health and wellbeing.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337560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1" name="Image 1" descr="/home/claude/wb/ppt-kit/icons/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340796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331012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get support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63016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 least three organisations that can help with lifestyle changes, e.g. a local GP surgery.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3891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617720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6" name="Image 2" descr="/home/claude/wb/ppt-kit/icons/e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9" y="468812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59028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your own changes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91032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 least two changes you could personally make to improve your own health.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Lifestyles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921715"/>
            <a:ext cx="625450" cy="6254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RECAP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know…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22960" y="210312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103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10312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terms: healthy lifestyle, wellbeing, balanced diet, stress.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28803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2880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828800" y="288036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groups and types of physical activity.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22960" y="365760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3657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LO3-4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828800" y="365760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of lifestyle choices, and where to get support.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22960" y="425196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163C46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1097280" y="42519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·  Open your digital workbook to complete the Learning Outcome activities for PA91CY015.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2026-09-26T11:04:24Z</dcterms:created>
  <dcterms:modified xsi:type="dcterms:W3CDTF">2026-09-26T11:04:24Z</dcterms:modified>
</cp:coreProperties>
</file>